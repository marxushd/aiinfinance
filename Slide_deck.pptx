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0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329" r:id="rId2"/>
    <p:sldId id="2147473146" r:id="rId3"/>
    <p:sldId id="436" r:id="rId4"/>
    <p:sldId id="437" r:id="rId5"/>
    <p:sldId id="438" r:id="rId6"/>
    <p:sldId id="439" r:id="rId7"/>
    <p:sldId id="440" r:id="rId8"/>
    <p:sldId id="2147473166" r:id="rId9"/>
    <p:sldId id="2147473169" r:id="rId10"/>
    <p:sldId id="2147473172" r:id="rId11"/>
    <p:sldId id="2147473243" r:id="rId12"/>
    <p:sldId id="2147473210" r:id="rId13"/>
    <p:sldId id="371" r:id="rId14"/>
    <p:sldId id="348" r:id="rId15"/>
    <p:sldId id="2147473256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9AC6"/>
    <a:srgbClr val="DBE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150"/>
    <p:restoredTop sz="86395"/>
  </p:normalViewPr>
  <p:slideViewPr>
    <p:cSldViewPr snapToGrid="0">
      <p:cViewPr varScale="1">
        <p:scale>
          <a:sx n="99" d="100"/>
          <a:sy n="99" d="100"/>
        </p:scale>
        <p:origin x="184" y="408"/>
      </p:cViewPr>
      <p:guideLst/>
    </p:cSldViewPr>
  </p:slideViewPr>
  <p:outlineViewPr>
    <p:cViewPr>
      <p:scale>
        <a:sx n="33" d="100"/>
        <a:sy n="33" d="100"/>
      </p:scale>
      <p:origin x="0" y="-1005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Bin_res_Microsoft_Excel-Arbeitsblat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Bin_res_Microsoft_Excel-Arbeitsblat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Bin_res_Microsoft_Excel-Arbeitsblat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Bin_res_Microsoft_Excel-Arbeitsblat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Bin_res_Microsoft_Excel-Arbeitsblatt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Bin_res_Microsoft_Excel-Arbeitsblatt5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Bin_res_Microsoft_Excel-Arbeitsblatt6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Bin_res_Microsoft_Excel-Arbeitsblatt7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9202363367799114E-2"/>
          <c:y val="6.0465116279069767E-2"/>
          <c:w val="0.96159527326440175"/>
          <c:h val="0.8790697674418604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chemeClr val="accent1"/>
              </a:solidFill>
              <a:prstDash val="solid"/>
            </a:ln>
          </c:spPr>
          <c:marker>
            <c:symbol val="circle"/>
            <c:size val="7"/>
            <c:spPr>
              <a:solidFill>
                <a:schemeClr val="accent1"/>
              </a:solidFill>
              <a:ln w="9525" cmpd="sng" algn="ctr">
                <a:solidFill>
                  <a:schemeClr val="accent1"/>
                </a:solidFill>
                <a:prstDash val="solid"/>
              </a:ln>
            </c:spPr>
          </c:marker>
          <c:val>
            <c:numRef>
              <c:f>Sheet1!$A$1:$F$1</c:f>
              <c:numCache>
                <c:formatCode>General</c:formatCode>
                <c:ptCount val="6"/>
                <c:pt idx="0">
                  <c:v>4.0999999999999996</c:v>
                </c:pt>
                <c:pt idx="1">
                  <c:v>5.3</c:v>
                </c:pt>
                <c:pt idx="2">
                  <c:v>3.2</c:v>
                </c:pt>
                <c:pt idx="3">
                  <c:v>1.5</c:v>
                </c:pt>
                <c:pt idx="4">
                  <c:v>2.8</c:v>
                </c:pt>
                <c:pt idx="5">
                  <c:v>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99-4199-A4A5-2570070626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6318224"/>
        <c:axId val="1"/>
      </c:lineChart>
      <c:catAx>
        <c:axId val="29631822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.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631822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6399132321041212E-2"/>
          <c:y val="5.6399132321041212E-2"/>
          <c:w val="0.88720173535791758"/>
          <c:h val="0.8872017353579175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5D54-484C-A41E-AF3DCABAC6DA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5D54-484C-A41E-AF3DCABAC6DA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5D54-484C-A41E-AF3DCABAC6DA}"/>
              </c:ext>
            </c:extLst>
          </c:dPt>
          <c:val>
            <c:numRef>
              <c:f>Sheet1!$A$1:$A$3</c:f>
              <c:numCache>
                <c:formatCode>General</c:formatCode>
                <c:ptCount val="3"/>
                <c:pt idx="0">
                  <c:v>57.4</c:v>
                </c:pt>
                <c:pt idx="1">
                  <c:v>23.599999999999998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D54-484C-A41E-AF3DCABAC6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9202363367799114E-2"/>
          <c:y val="0.23896103896103896"/>
          <c:w val="0.96159527326440175"/>
          <c:h val="0.5939393939393939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822510822510822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BD0-4A2D-B68C-06BC17C257A9}"/>
                </c:ext>
              </c:extLst>
            </c:dLbl>
            <c:dLbl>
              <c:idx val="1"/>
              <c:layout>
                <c:manualLayout>
                  <c:x val="0"/>
                  <c:y val="-0.3437229437229437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3BD0-4A2D-B68C-06BC17C257A9}"/>
                </c:ext>
              </c:extLst>
            </c:dLbl>
            <c:dLbl>
              <c:idx val="2"/>
              <c:layout>
                <c:manualLayout>
                  <c:x val="0"/>
                  <c:y val="-0.2354978354978355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BD0-4A2D-B68C-06BC17C257A9}"/>
                </c:ext>
              </c:extLst>
            </c:dLbl>
            <c:dLbl>
              <c:idx val="3"/>
              <c:layout>
                <c:manualLayout>
                  <c:x val="0"/>
                  <c:y val="-0.1480519480519480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3BD0-4A2D-B68C-06BC17C257A9}"/>
                </c:ext>
              </c:extLst>
            </c:dLbl>
            <c:dLbl>
              <c:idx val="4"/>
              <c:layout>
                <c:manualLayout>
                  <c:x val="0"/>
                  <c:y val="-0.214718614718614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3BD0-4A2D-B68C-06BC17C257A9}"/>
                </c:ext>
              </c:extLst>
            </c:dLbl>
            <c:dLbl>
              <c:idx val="5"/>
              <c:layout>
                <c:manualLayout>
                  <c:x val="0"/>
                  <c:y val="-0.3688311688311688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3BD0-4A2D-B68C-06BC17C257A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Sheet1!$A$1:$F$1</c:f>
              <c:numCache>
                <c:formatCode>General</c:formatCode>
                <c:ptCount val="6"/>
                <c:pt idx="0">
                  <c:v>4.0999999999999996</c:v>
                </c:pt>
                <c:pt idx="1">
                  <c:v>5.3</c:v>
                </c:pt>
                <c:pt idx="2">
                  <c:v>3.2</c:v>
                </c:pt>
                <c:pt idx="3">
                  <c:v>1.5</c:v>
                </c:pt>
                <c:pt idx="4">
                  <c:v>2.8</c:v>
                </c:pt>
                <c:pt idx="5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D0-4A2D-B68C-06BC17C257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42169184"/>
        <c:axId val="1"/>
      </c:barChart>
      <c:catAx>
        <c:axId val="4216918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.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216918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3540063377093707E-2"/>
          <c:y val="0.21729957805907174"/>
          <c:w val="0.95291987324581262"/>
          <c:h val="0.6329113924050633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402953586497890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E5D-4191-AFB5-7E98907BD984}"/>
                </c:ext>
              </c:extLst>
            </c:dLbl>
            <c:dLbl>
              <c:idx val="1"/>
              <c:layout>
                <c:manualLayout>
                  <c:x val="0"/>
                  <c:y val="-0.2204641350210970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E5D-4191-AFB5-7E98907BD984}"/>
                </c:ext>
              </c:extLst>
            </c:dLbl>
            <c:dLbl>
              <c:idx val="2"/>
              <c:layout>
                <c:manualLayout>
                  <c:x val="0"/>
                  <c:y val="-0.38396624472573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E5D-4191-AFB5-7E98907BD9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1.5</c:v>
                </c:pt>
                <c:pt idx="1">
                  <c:v>2.8</c:v>
                </c:pt>
                <c:pt idx="2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E5D-4191-AFB5-7E98907BD984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310126582278481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1E5D-4191-AFB5-7E98907BD984}"/>
                </c:ext>
              </c:extLst>
            </c:dLbl>
            <c:dLbl>
              <c:idx val="1"/>
              <c:layout>
                <c:manualLayout>
                  <c:x val="0"/>
                  <c:y val="-0.2858649789029535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1E5D-4191-AFB5-7E98907BD984}"/>
                </c:ext>
              </c:extLst>
            </c:dLbl>
            <c:dLbl>
              <c:idx val="2"/>
              <c:layout>
                <c:manualLayout>
                  <c:x val="0"/>
                  <c:y val="-0.3396624472573839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1E5D-4191-AFB5-7E98907BD9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E5D-4191-AFB5-7E98907BD984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858649789029535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1E5D-4191-AFB5-7E98907BD984}"/>
                </c:ext>
              </c:extLst>
            </c:dLbl>
            <c:dLbl>
              <c:idx val="1"/>
              <c:layout>
                <c:manualLayout>
                  <c:x val="0"/>
                  <c:y val="-0.177215189873417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1E5D-4191-AFB5-7E98907BD984}"/>
                </c:ext>
              </c:extLst>
            </c:dLbl>
            <c:dLbl>
              <c:idx val="2"/>
              <c:layout>
                <c:manualLayout>
                  <c:x val="0"/>
                  <c:y val="-8.544303797468354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1E5D-4191-AFB5-7E98907BD9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4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1E5D-4191-AFB5-7E98907BD9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axId val="1293040959"/>
        <c:axId val="1"/>
      </c:barChart>
      <c:catAx>
        <c:axId val="12930409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.8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29304095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8872180451127817E-2"/>
          <c:y val="5.4564533053515218E-2"/>
          <c:w val="0.90225563909774431"/>
          <c:h val="0.89087093389296956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0D42-4B95-B920-03F3F1118A9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D42-4B95-B920-03F3F1118A9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0D42-4B95-B920-03F3F1118A9A}"/>
              </c:ext>
            </c:extLst>
          </c:dPt>
          <c:val>
            <c:numRef>
              <c:f>Sheet1!$A$1:$A$3</c:f>
              <c:numCache>
                <c:formatCode>General</c:formatCode>
                <c:ptCount val="3"/>
                <c:pt idx="0">
                  <c:v>57.4</c:v>
                </c:pt>
                <c:pt idx="1">
                  <c:v>23.599999999999998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D42-4B95-B920-03F3F1118A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3540063377093707E-2"/>
          <c:y val="7.3863636363636367E-2"/>
          <c:w val="0.95291987324581262"/>
          <c:h val="0.8522727272727272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chemeClr val="accent1"/>
              </a:solidFill>
              <a:prstDash val="solid"/>
            </a:ln>
          </c:spPr>
          <c:marker>
            <c:symbol val="circle"/>
            <c:size val="5"/>
            <c:spPr>
              <a:solidFill>
                <a:schemeClr val="accent1"/>
              </a:solidFill>
              <a:ln w="9525" cmpd="sng" algn="ctr">
                <a:solidFill>
                  <a:schemeClr val="accent1"/>
                </a:solidFill>
                <a:prstDash val="solid"/>
              </a:ln>
            </c:spPr>
          </c:marker>
          <c:val>
            <c:numRef>
              <c:f>Sheet1!$A$1:$C$1</c:f>
              <c:numCache>
                <c:formatCode>General</c:formatCode>
                <c:ptCount val="3"/>
                <c:pt idx="0">
                  <c:v>1.5</c:v>
                </c:pt>
                <c:pt idx="1">
                  <c:v>2.8</c:v>
                </c:pt>
                <c:pt idx="2">
                  <c:v>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39-408A-AFF9-36CD29B12AC4}"/>
            </c:ext>
          </c:extLst>
        </c:ser>
        <c:ser>
          <c:idx val="1"/>
          <c:order val="1"/>
          <c:spPr>
            <a:ln w="19050" cmpd="sng" algn="ctr">
              <a:solidFill>
                <a:schemeClr val="accent2"/>
              </a:solidFill>
              <a:prstDash val="solid"/>
            </a:ln>
          </c:spPr>
          <c:marker>
            <c:symbol val="circle"/>
            <c:size val="5"/>
            <c:spPr>
              <a:solidFill>
                <a:schemeClr val="accent2"/>
              </a:solidFill>
              <a:ln w="9525" cmpd="sng" algn="ctr">
                <a:solidFill>
                  <a:schemeClr val="accent2"/>
                </a:solidFill>
                <a:prstDash val="solid"/>
              </a:ln>
            </c:spPr>
          </c:marker>
          <c:val>
            <c:numRef>
              <c:f>Sheet1!$A$2:$C$2</c:f>
              <c:numCache>
                <c:formatCode>General</c:formatCode>
                <c:ptCount val="3"/>
                <c:pt idx="0">
                  <c:v>0.5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A39-408A-AFF9-36CD29B12AC4}"/>
            </c:ext>
          </c:extLst>
        </c:ser>
        <c:ser>
          <c:idx val="2"/>
          <c:order val="2"/>
          <c:spPr>
            <a:ln w="19050" cmpd="sng" algn="ctr">
              <a:solidFill>
                <a:schemeClr val="accent3"/>
              </a:solidFill>
              <a:prstDash val="solid"/>
            </a:ln>
          </c:spPr>
          <c:marker>
            <c:symbol val="circle"/>
            <c:size val="5"/>
            <c:spPr>
              <a:solidFill>
                <a:schemeClr val="accent3"/>
              </a:solidFill>
              <a:ln w="9525" cmpd="sng" algn="ctr">
                <a:solidFill>
                  <a:schemeClr val="accent3"/>
                </a:solidFill>
                <a:prstDash val="solid"/>
              </a:ln>
            </c:spPr>
          </c:marker>
          <c:val>
            <c:numRef>
              <c:f>Sheet1!$A$3:$C$3</c:f>
              <c:numCache>
                <c:formatCode>General</c:formatCode>
                <c:ptCount val="3"/>
                <c:pt idx="0">
                  <c:v>3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A39-408A-AFF9-36CD29B12A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73602288"/>
        <c:axId val="1"/>
      </c:lineChart>
      <c:catAx>
        <c:axId val="167360228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.8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67360228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057104913678613E-2"/>
          <c:y val="6.9057104913678613E-2"/>
          <c:w val="0.86188579017264277"/>
          <c:h val="0.86188579017264277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7BC6-432E-B1E7-EECBBC4037E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BC6-432E-B1E7-EECBBC4037E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7BC6-432E-B1E7-EECBBC4037E8}"/>
              </c:ext>
            </c:extLst>
          </c:dPt>
          <c:val>
            <c:numRef>
              <c:f>Sheet1!$A$1:$A$3</c:f>
              <c:numCache>
                <c:formatCode>General</c:formatCode>
                <c:ptCount val="3"/>
                <c:pt idx="0">
                  <c:v>57.4</c:v>
                </c:pt>
                <c:pt idx="1">
                  <c:v>23.599999999999998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BC6-432E-B1E7-EECBBC4037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571580063626724E-2"/>
          <c:y val="0.26987681970884658"/>
          <c:w val="0.9448568398727466"/>
          <c:h val="0.5419932810750279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30347144456886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7A8-4FB1-9DD1-FD37C85D656B}"/>
                </c:ext>
              </c:extLst>
            </c:dLbl>
            <c:dLbl>
              <c:idx val="1"/>
              <c:layout>
                <c:manualLayout>
                  <c:x val="0"/>
                  <c:y val="-0.2318029115341545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7A8-4FB1-9DD1-FD37C85D656B}"/>
                </c:ext>
              </c:extLst>
            </c:dLbl>
            <c:dLbl>
              <c:idx val="2"/>
              <c:layout>
                <c:manualLayout>
                  <c:x val="0"/>
                  <c:y val="-0.152295632698768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7A8-4FB1-9DD1-FD37C85D656B}"/>
                </c:ext>
              </c:extLst>
            </c:dLbl>
            <c:dLbl>
              <c:idx val="3"/>
              <c:layout>
                <c:manualLayout>
                  <c:x val="0"/>
                  <c:y val="-0.2138857782754759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7A8-4FB1-9DD1-FD37C85D656B}"/>
                </c:ext>
              </c:extLst>
            </c:dLbl>
            <c:dLbl>
              <c:idx val="4"/>
              <c:layout>
                <c:manualLayout>
                  <c:x val="0"/>
                  <c:y val="-0.3538633818589025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7A8-4FB1-9DD1-FD37C85D656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5.3</c:v>
                </c:pt>
                <c:pt idx="1">
                  <c:v>3.2</c:v>
                </c:pt>
                <c:pt idx="2">
                  <c:v>1.5</c:v>
                </c:pt>
                <c:pt idx="3">
                  <c:v>2.8</c:v>
                </c:pt>
                <c:pt idx="4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7A8-4FB1-9DD1-FD37C85D65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1859036288"/>
        <c:axId val="1"/>
      </c:barChart>
      <c:catAx>
        <c:axId val="185903628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.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5903628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CA544-A8CC-2940-AD4D-FE64CBE36DDC}" type="datetimeFigureOut">
              <a:rPr lang="de-DE" smtClean="0"/>
              <a:t>26.01.26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81254-98E4-4648-8553-953DCD56A2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6183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13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83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30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58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14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71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1635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423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7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06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21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37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6569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61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914400" y="1265231"/>
            <a:ext cx="10363200" cy="1470025"/>
          </a:xfrm>
        </p:spPr>
        <p:txBody>
          <a:bodyPr>
            <a:normAutofit/>
          </a:bodyPr>
          <a:lstStyle>
            <a:lvl1pPr algn="ctr">
              <a:defRPr sz="2800"/>
            </a:lvl1pPr>
          </a:lstStyle>
          <a:p>
            <a:pPr lvl="0"/>
            <a:r>
              <a:rPr lang="de-DE" dirty="0"/>
              <a:t>&lt; Titel der Präsentation &gt;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100383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&lt; Anlass oder Ort oder Datum oder Dozent &gt;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5711ED-2BAA-4AFB-BCA6-C492AC114C2F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el 1"/>
          <p:cNvSpPr txBox="1">
            <a:spLocks/>
          </p:cNvSpPr>
          <p:nvPr userDrawn="1"/>
        </p:nvSpPr>
        <p:spPr>
          <a:xfrm>
            <a:off x="144000" y="266400"/>
            <a:ext cx="8880000" cy="288000"/>
          </a:xfrm>
          <a:prstGeom prst="rect">
            <a:avLst/>
          </a:prstGeom>
        </p:spPr>
        <p:txBody>
          <a:bodyPr vert="horz" lIns="0" tIns="0" rIns="0" bIns="0" rtlCol="0" anchor="ctr">
            <a:normAutofit lnSpcReduction="10000"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Titelmasterformat durch Klicken bearbeiten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B79E33F6-E7D1-4EA7-91A1-65B787BAF2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4000" y="6613200"/>
            <a:ext cx="48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Wintersemester</a:t>
            </a:r>
            <a:r>
              <a:rPr lang="en-US" dirty="0"/>
              <a:t> 2025</a:t>
            </a:r>
            <a:endParaRPr lang="en-US" altLang="en-US" dirty="0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E856E82F-BE86-4C68-AE56-E3B61311D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" y="6429600"/>
            <a:ext cx="48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 dirty="0">
                <a:solidFill>
                  <a:prstClr val="black"/>
                </a:solidFill>
              </a:rPr>
              <a:t>Seminar Asset Pricing</a:t>
            </a:r>
          </a:p>
        </p:txBody>
      </p:sp>
    </p:spTree>
    <p:extLst>
      <p:ext uri="{BB962C8B-B14F-4D97-AF65-F5344CB8AC3E}">
        <p14:creationId xmlns:p14="http://schemas.microsoft.com/office/powerpoint/2010/main" val="3758111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190800" y="727200"/>
            <a:ext cx="11808000" cy="5400000"/>
          </a:xfrm>
        </p:spPr>
        <p:txBody>
          <a:bodyPr lIns="0"/>
          <a:lstStyle>
            <a:lvl1pPr marL="342891" indent="-342891">
              <a:buFont typeface="Arial" panose="020B0604020202020204" pitchFamily="34" charset="0"/>
              <a:buChar char="–"/>
              <a:defRPr/>
            </a:lvl1pPr>
            <a:lvl2pPr marL="742932" indent="-285744">
              <a:buFont typeface="Arial" panose="020B0604020202020204" pitchFamily="34" charset="0"/>
              <a:buChar char="•"/>
              <a:defRPr/>
            </a:lvl2pPr>
            <a:lvl3pPr marL="1142971" indent="-228594">
              <a:buFont typeface="Courier New" panose="02070309020205020404" pitchFamily="49" charset="0"/>
              <a:buChar char="o"/>
              <a:defRPr/>
            </a:lvl3pPr>
            <a:lvl4pPr marL="1600160" indent="-228594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5711ED-2BAA-4AFB-BCA6-C492AC114C2F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65DFDAD7-B52D-474B-ACBF-50D7BE92AB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4000" y="6613200"/>
            <a:ext cx="48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Wintersemester</a:t>
            </a:r>
            <a:r>
              <a:rPr lang="en-US" dirty="0"/>
              <a:t> 2025</a:t>
            </a:r>
            <a:endParaRPr lang="en-US" altLang="en-US" dirty="0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411DED6D-4645-45B7-942F-155114C5A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" y="6429600"/>
            <a:ext cx="48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 dirty="0">
                <a:solidFill>
                  <a:prstClr val="black"/>
                </a:solidFill>
              </a:rPr>
              <a:t>Seminar Asset Pricing</a:t>
            </a:r>
          </a:p>
        </p:txBody>
      </p:sp>
    </p:spTree>
    <p:extLst>
      <p:ext uri="{BB962C8B-B14F-4D97-AF65-F5344CB8AC3E}">
        <p14:creationId xmlns:p14="http://schemas.microsoft.com/office/powerpoint/2010/main" val="1489459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l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505C8C-BB84-42E2-A236-8AB4ACB7820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5E59B374-D4E6-495F-973D-52896ADD74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4000" y="6613200"/>
            <a:ext cx="48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Wintersemester</a:t>
            </a:r>
            <a:r>
              <a:rPr lang="en-US" dirty="0"/>
              <a:t> 2025</a:t>
            </a:r>
            <a:endParaRPr lang="en-US" altLang="en-US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EDCD5B3-8107-45FF-9AC5-59838120B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" y="6429600"/>
            <a:ext cx="48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 dirty="0">
                <a:solidFill>
                  <a:prstClr val="black"/>
                </a:solidFill>
              </a:rPr>
              <a:t>Seminar Asset Pricing</a:t>
            </a:r>
          </a:p>
        </p:txBody>
      </p:sp>
    </p:spTree>
    <p:extLst>
      <p:ext uri="{BB962C8B-B14F-4D97-AF65-F5344CB8AC3E}">
        <p14:creationId xmlns:p14="http://schemas.microsoft.com/office/powerpoint/2010/main" val="1026960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64">
          <p15:clr>
            <a:srgbClr val="FBAE40"/>
          </p15:clr>
        </p15:guide>
        <p15:guide id="2" pos="86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25485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9" imgH="350" progId="TCLayout.ActiveDocument.1">
                  <p:embed/>
                </p:oleObj>
              </mc:Choice>
              <mc:Fallback>
                <p:oleObj name="think-cell Folie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3195AE6-329B-A009-4997-BDE856CA6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956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1.xml"/><Relationship Id="rId5" Type="http://schemas.openxmlformats.org/officeDocument/2006/relationships/theme" Target="../theme/theme1.xml"/><Relationship Id="rId10" Type="http://schemas.openxmlformats.org/officeDocument/2006/relationships/image" Target="../media/image3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160348E-000C-5D96-6DDE-34352D1CD6F6}"/>
              </a:ext>
            </a:extLst>
          </p:cNvPr>
          <p:cNvGraphicFramePr>
            <a:graphicFrameLocks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403081950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" imgW="7772400" imgH="10058400" progId="TCLayout.ActiveDocument.1">
                  <p:embed/>
                </p:oleObj>
              </mc:Choice>
              <mc:Fallback>
                <p:oleObj name="think-cell Folie" r:id="rId7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44000" y="266400"/>
            <a:ext cx="8880000" cy="288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90800" y="727200"/>
            <a:ext cx="11808000" cy="540000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44000" y="6613200"/>
            <a:ext cx="48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Wintersemester</a:t>
            </a:r>
            <a:r>
              <a:rPr lang="en-US" dirty="0"/>
              <a:t> 2024</a:t>
            </a:r>
            <a:endParaRPr lang="en-US" alt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44000" y="6429600"/>
            <a:ext cx="48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 dirty="0">
                <a:solidFill>
                  <a:prstClr val="black"/>
                </a:solidFill>
              </a:rPr>
              <a:t>Seminar Asset Pricing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36000" y="6519600"/>
            <a:ext cx="72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5711ED-2BAA-4AFB-BCA6-C492AC114C2F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 flipV="1">
            <a:off x="96000" y="612000"/>
            <a:ext cx="12000000" cy="18000"/>
          </a:xfrm>
          <a:prstGeom prst="rect">
            <a:avLst/>
          </a:prstGeom>
          <a:solidFill>
            <a:srgbClr val="009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 flipV="1">
            <a:off x="96000" y="6343200"/>
            <a:ext cx="12000000" cy="18000"/>
          </a:xfrm>
          <a:prstGeom prst="rect">
            <a:avLst/>
          </a:prstGeom>
          <a:solidFill>
            <a:srgbClr val="009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9E79838F-D892-4735-A995-EB4ED2EC1220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29200" y="99339"/>
            <a:ext cx="1619996" cy="49831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C20DF25B-71A6-4AB3-941E-F5B22263E87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 bwMode="auto">
          <a:xfrm>
            <a:off x="10634230" y="6422323"/>
            <a:ext cx="1373369" cy="37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632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/>
  <p:txStyles>
    <p:titleStyle>
      <a:lvl1pPr algn="l" defTabSz="914377" rtl="0" eaLnBrk="1" latinLnBrk="0" hangingPunct="1"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ts val="0"/>
        </a:spcBef>
        <a:spcAft>
          <a:spcPts val="300"/>
        </a:spcAft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ts val="0"/>
        </a:spcBef>
        <a:spcAft>
          <a:spcPts val="300"/>
        </a:spcAft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ts val="0"/>
        </a:spcBef>
        <a:spcAft>
          <a:spcPts val="300"/>
        </a:spcAft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ts val="0"/>
        </a:spcBef>
        <a:spcAft>
          <a:spcPts val="300"/>
        </a:spcAft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121">
          <p15:clr>
            <a:srgbClr val="F26B43"/>
          </p15:clr>
        </p15:guide>
        <p15:guide id="4" pos="7559">
          <p15:clr>
            <a:srgbClr val="F26B43"/>
          </p15:clr>
        </p15:guide>
        <p15:guide id="5" orient="horz" pos="459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notesSlide" Target="../notesSlides/notesSlide1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slideLayout" Target="../slideLayouts/slideLayout4.xml"/><Relationship Id="rId2" Type="http://schemas.openxmlformats.org/officeDocument/2006/relationships/tags" Target="../tags/tag5.xml"/><Relationship Id="rId16" Type="http://schemas.openxmlformats.org/officeDocument/2006/relationships/image" Target="../media/image7.pn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image" Target="../media/image8.emf"/><Relationship Id="rId10" Type="http://schemas.openxmlformats.org/officeDocument/2006/relationships/tags" Target="../tags/tag13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image" Target="../media/image10.svg"/><Relationship Id="rId3" Type="http://schemas.openxmlformats.org/officeDocument/2006/relationships/tags" Target="../tags/tag17.xml"/><Relationship Id="rId21" Type="http://schemas.openxmlformats.org/officeDocument/2006/relationships/notesSlide" Target="../notesSlides/notesSlide2.xml"/><Relationship Id="rId34" Type="http://schemas.openxmlformats.org/officeDocument/2006/relationships/chart" Target="../charts/chart3.xml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image" Target="../media/image9.png"/><Relationship Id="rId33" Type="http://schemas.openxmlformats.org/officeDocument/2006/relationships/chart" Target="../charts/chart2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0" Type="http://schemas.openxmlformats.org/officeDocument/2006/relationships/slideLayout" Target="../slideLayouts/slideLayout4.xml"/><Relationship Id="rId29" Type="http://schemas.openxmlformats.org/officeDocument/2006/relationships/image" Target="../media/image13.png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24" Type="http://schemas.openxmlformats.org/officeDocument/2006/relationships/chart" Target="../charts/chart1.xml"/><Relationship Id="rId32" Type="http://schemas.openxmlformats.org/officeDocument/2006/relationships/image" Target="../media/image16.svg"/><Relationship Id="rId5" Type="http://schemas.openxmlformats.org/officeDocument/2006/relationships/tags" Target="../tags/tag19.xml"/><Relationship Id="rId15" Type="http://schemas.openxmlformats.org/officeDocument/2006/relationships/tags" Target="../tags/tag29.xml"/><Relationship Id="rId23" Type="http://schemas.openxmlformats.org/officeDocument/2006/relationships/image" Target="../media/image8.emf"/><Relationship Id="rId28" Type="http://schemas.openxmlformats.org/officeDocument/2006/relationships/image" Target="../media/image12.svg"/><Relationship Id="rId10" Type="http://schemas.openxmlformats.org/officeDocument/2006/relationships/tags" Target="../tags/tag24.xml"/><Relationship Id="rId19" Type="http://schemas.openxmlformats.org/officeDocument/2006/relationships/tags" Target="../tags/tag33.xml"/><Relationship Id="rId31" Type="http://schemas.openxmlformats.org/officeDocument/2006/relationships/image" Target="../media/image15.png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oleObject" Target="../embeddings/oleObject5.bin"/><Relationship Id="rId27" Type="http://schemas.openxmlformats.org/officeDocument/2006/relationships/image" Target="../media/image11.png"/><Relationship Id="rId30" Type="http://schemas.openxmlformats.org/officeDocument/2006/relationships/image" Target="../media/image14.svg"/><Relationship Id="rId35" Type="http://schemas.openxmlformats.org/officeDocument/2006/relationships/image" Target="../media/image7.png"/><Relationship Id="rId8" Type="http://schemas.openxmlformats.org/officeDocument/2006/relationships/tags" Target="../tags/tag2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tags" Target="../tags/tag59.xml"/><Relationship Id="rId3" Type="http://schemas.openxmlformats.org/officeDocument/2006/relationships/tags" Target="../tags/tag36.xml"/><Relationship Id="rId21" Type="http://schemas.openxmlformats.org/officeDocument/2006/relationships/tags" Target="../tags/tag54.xml"/><Relationship Id="rId34" Type="http://schemas.openxmlformats.org/officeDocument/2006/relationships/chart" Target="../charts/chart5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tags" Target="../tags/tag58.xml"/><Relationship Id="rId33" Type="http://schemas.openxmlformats.org/officeDocument/2006/relationships/chart" Target="../charts/chart4.xml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tags" Target="../tags/tag53.xml"/><Relationship Id="rId29" Type="http://schemas.openxmlformats.org/officeDocument/2006/relationships/slideLayout" Target="../slideLayouts/slideLayout4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tags" Target="../tags/tag57.xml"/><Relationship Id="rId32" Type="http://schemas.openxmlformats.org/officeDocument/2006/relationships/image" Target="../media/image8.emf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tags" Target="../tags/tag56.xml"/><Relationship Id="rId28" Type="http://schemas.openxmlformats.org/officeDocument/2006/relationships/tags" Target="../tags/tag61.xml"/><Relationship Id="rId36" Type="http://schemas.openxmlformats.org/officeDocument/2006/relationships/image" Target="../media/image7.png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31" Type="http://schemas.openxmlformats.org/officeDocument/2006/relationships/oleObject" Target="../embeddings/oleObject6.bin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tags" Target="../tags/tag55.xml"/><Relationship Id="rId27" Type="http://schemas.openxmlformats.org/officeDocument/2006/relationships/tags" Target="../tags/tag60.xml"/><Relationship Id="rId30" Type="http://schemas.openxmlformats.org/officeDocument/2006/relationships/notesSlide" Target="../notesSlides/notesSlide3.xml"/><Relationship Id="rId35" Type="http://schemas.openxmlformats.org/officeDocument/2006/relationships/chart" Target="../charts/chart6.xml"/><Relationship Id="rId8" Type="http://schemas.openxmlformats.org/officeDocument/2006/relationships/tags" Target="../tags/tag4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7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3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tags" Target="../tags/tag74.xml"/><Relationship Id="rId18" Type="http://schemas.openxmlformats.org/officeDocument/2006/relationships/slideLayout" Target="../slideLayouts/slideLayout4.xml"/><Relationship Id="rId26" Type="http://schemas.openxmlformats.org/officeDocument/2006/relationships/chart" Target="../charts/chart7.xml"/><Relationship Id="rId3" Type="http://schemas.openxmlformats.org/officeDocument/2006/relationships/tags" Target="../tags/tag64.xml"/><Relationship Id="rId21" Type="http://schemas.openxmlformats.org/officeDocument/2006/relationships/image" Target="../media/image8.emf"/><Relationship Id="rId7" Type="http://schemas.openxmlformats.org/officeDocument/2006/relationships/tags" Target="../tags/tag68.xml"/><Relationship Id="rId12" Type="http://schemas.openxmlformats.org/officeDocument/2006/relationships/tags" Target="../tags/tag73.xml"/><Relationship Id="rId17" Type="http://schemas.openxmlformats.org/officeDocument/2006/relationships/tags" Target="../tags/tag78.xml"/><Relationship Id="rId25" Type="http://schemas.openxmlformats.org/officeDocument/2006/relationships/image" Target="../media/image16.svg"/><Relationship Id="rId2" Type="http://schemas.openxmlformats.org/officeDocument/2006/relationships/tags" Target="../tags/tag63.xml"/><Relationship Id="rId16" Type="http://schemas.openxmlformats.org/officeDocument/2006/relationships/tags" Target="../tags/tag77.xml"/><Relationship Id="rId20" Type="http://schemas.openxmlformats.org/officeDocument/2006/relationships/oleObject" Target="../embeddings/oleObject7.bin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24" Type="http://schemas.openxmlformats.org/officeDocument/2006/relationships/image" Target="../media/image15.png"/><Relationship Id="rId5" Type="http://schemas.openxmlformats.org/officeDocument/2006/relationships/tags" Target="../tags/tag66.xml"/><Relationship Id="rId15" Type="http://schemas.openxmlformats.org/officeDocument/2006/relationships/tags" Target="../tags/tag76.xml"/><Relationship Id="rId23" Type="http://schemas.openxmlformats.org/officeDocument/2006/relationships/image" Target="../media/image32.svg"/><Relationship Id="rId28" Type="http://schemas.openxmlformats.org/officeDocument/2006/relationships/image" Target="../media/image7.png"/><Relationship Id="rId10" Type="http://schemas.openxmlformats.org/officeDocument/2006/relationships/tags" Target="../tags/tag71.xml"/><Relationship Id="rId19" Type="http://schemas.openxmlformats.org/officeDocument/2006/relationships/notesSlide" Target="../notesSlides/notesSlide6.xml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tags" Target="../tags/tag75.xml"/><Relationship Id="rId22" Type="http://schemas.openxmlformats.org/officeDocument/2006/relationships/image" Target="../media/image31.png"/><Relationship Id="rId27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13" Type="http://schemas.openxmlformats.org/officeDocument/2006/relationships/notesSlide" Target="../notesSlides/notesSlide7.xml"/><Relationship Id="rId18" Type="http://schemas.openxmlformats.org/officeDocument/2006/relationships/image" Target="../media/image37.png"/><Relationship Id="rId3" Type="http://schemas.openxmlformats.org/officeDocument/2006/relationships/tags" Target="../tags/tag81.xml"/><Relationship Id="rId21" Type="http://schemas.openxmlformats.org/officeDocument/2006/relationships/image" Target="../media/image40.svg"/><Relationship Id="rId7" Type="http://schemas.openxmlformats.org/officeDocument/2006/relationships/tags" Target="../tags/tag85.xml"/><Relationship Id="rId12" Type="http://schemas.openxmlformats.org/officeDocument/2006/relationships/slideLayout" Target="../slideLayouts/slideLayout4.xml"/><Relationship Id="rId17" Type="http://schemas.openxmlformats.org/officeDocument/2006/relationships/image" Target="../media/image36.svg"/><Relationship Id="rId2" Type="http://schemas.openxmlformats.org/officeDocument/2006/relationships/tags" Target="../tags/tag80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tags" Target="../tags/tag89.xml"/><Relationship Id="rId5" Type="http://schemas.openxmlformats.org/officeDocument/2006/relationships/tags" Target="../tags/tag83.xml"/><Relationship Id="rId15" Type="http://schemas.openxmlformats.org/officeDocument/2006/relationships/image" Target="../media/image34.svg"/><Relationship Id="rId10" Type="http://schemas.openxmlformats.org/officeDocument/2006/relationships/tags" Target="../tags/tag88.xml"/><Relationship Id="rId19" Type="http://schemas.openxmlformats.org/officeDocument/2006/relationships/image" Target="../media/image38.svg"/><Relationship Id="rId4" Type="http://schemas.openxmlformats.org/officeDocument/2006/relationships/tags" Target="../tags/tag82.xml"/><Relationship Id="rId9" Type="http://schemas.openxmlformats.org/officeDocument/2006/relationships/tags" Target="../tags/tag87.xml"/><Relationship Id="rId14" Type="http://schemas.openxmlformats.org/officeDocument/2006/relationships/image" Target="../media/image33.png"/><Relationship Id="rId22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13" Type="http://schemas.openxmlformats.org/officeDocument/2006/relationships/tags" Target="../tags/tag102.xml"/><Relationship Id="rId18" Type="http://schemas.openxmlformats.org/officeDocument/2006/relationships/image" Target="../media/image7.png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tags" Target="../tags/tag101.xml"/><Relationship Id="rId17" Type="http://schemas.openxmlformats.org/officeDocument/2006/relationships/image" Target="../media/image4.emf"/><Relationship Id="rId2" Type="http://schemas.openxmlformats.org/officeDocument/2006/relationships/tags" Target="../tags/tag91.xml"/><Relationship Id="rId16" Type="http://schemas.openxmlformats.org/officeDocument/2006/relationships/oleObject" Target="../embeddings/oleObject8.bin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5" Type="http://schemas.openxmlformats.org/officeDocument/2006/relationships/tags" Target="../tags/tag94.xml"/><Relationship Id="rId15" Type="http://schemas.openxmlformats.org/officeDocument/2006/relationships/notesSlide" Target="../notesSlides/notesSlide10.xml"/><Relationship Id="rId10" Type="http://schemas.openxmlformats.org/officeDocument/2006/relationships/tags" Target="../tags/tag99.xml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7.png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image" Target="../media/image41.emf"/><Relationship Id="rId5" Type="http://schemas.openxmlformats.org/officeDocument/2006/relationships/oleObject" Target="../embeddings/oleObject9.bin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svg"/><Relationship Id="rId11" Type="http://schemas.openxmlformats.org/officeDocument/2006/relationships/image" Target="../media/image7.pn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43.svg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60417-878C-5046-B433-CB3DED09D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BCAB2F1-80FE-E1CB-583D-C0A1BE8DA80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772548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7772400" imgH="10058400" progId="TCLayout.ActiveDocument.1">
                  <p:embed/>
                </p:oleObj>
              </mc:Choice>
              <mc:Fallback>
                <p:oleObj name="think-cell Foli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0ECEE01-7962-0765-35E7-3D909D91F4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rIns="0">
            <a:normAutofit/>
          </a:bodyPr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AI in Finance:</a:t>
            </a:r>
            <a:br>
              <a:rPr lang="de-DE" dirty="0"/>
            </a:br>
            <a:r>
              <a:rPr lang="de-DE" i="1" dirty="0"/>
              <a:t>Early-</a:t>
            </a:r>
            <a:r>
              <a:rPr lang="de-DE" i="1" dirty="0" err="1"/>
              <a:t>Warning</a:t>
            </a:r>
            <a:r>
              <a:rPr lang="de-DE" i="1" dirty="0"/>
              <a:t> </a:t>
            </a:r>
            <a:r>
              <a:rPr lang="de-DE" i="1" dirty="0" err="1"/>
              <a:t>Machine</a:t>
            </a:r>
            <a:r>
              <a:rPr lang="de-DE" i="1" dirty="0"/>
              <a:t> Learning </a:t>
            </a:r>
            <a:r>
              <a:rPr lang="de-DE" i="1" dirty="0" err="1"/>
              <a:t>for</a:t>
            </a:r>
            <a:r>
              <a:rPr lang="de-DE" i="1" dirty="0"/>
              <a:t> Corporate Financial </a:t>
            </a:r>
            <a:r>
              <a:rPr lang="de-DE" i="1" dirty="0" err="1"/>
              <a:t>Distress</a:t>
            </a:r>
            <a:r>
              <a:rPr lang="de-DE" i="1" dirty="0"/>
              <a:t> </a:t>
            </a:r>
            <a:r>
              <a:rPr lang="de-DE" i="1" dirty="0" err="1"/>
              <a:t>Prediction</a:t>
            </a:r>
            <a:endParaRPr lang="de-DE" i="1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18D6293-21A3-3235-E381-58A18381B8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Diskussion von: Marcus Möller</a:t>
            </a:r>
          </a:p>
          <a:p>
            <a:r>
              <a:rPr lang="de-DE" dirty="0"/>
              <a:t>Master </a:t>
            </a:r>
            <a:r>
              <a:rPr lang="de-DE" dirty="0" err="1"/>
              <a:t>of</a:t>
            </a:r>
            <a:r>
              <a:rPr lang="de-DE" dirty="0"/>
              <a:t> Science Business Administration, 3. Semester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A3E14F-2371-F79C-6955-DC2644DD5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5711ED-2BAA-4AFB-BCA6-C492AC114C2F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F768609-9645-AA75-8DD6-34607042FC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 err="1"/>
              <a:t>Wintersemester</a:t>
            </a:r>
            <a:r>
              <a:rPr lang="en-US" dirty="0"/>
              <a:t> 2025</a:t>
            </a:r>
            <a:endParaRPr lang="en-US" alt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5636ED-E2F3-7EED-5DFC-FA0DC22C7F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de-DE" dirty="0">
                <a:solidFill>
                  <a:prstClr val="black"/>
                </a:solidFill>
              </a:rPr>
              <a:t>Seminar Asset Pricing </a:t>
            </a:r>
          </a:p>
        </p:txBody>
      </p:sp>
      <p:pic>
        <p:nvPicPr>
          <p:cNvPr id="8" name="Grafik 7" descr="Ein Bild, das Text, Schrift, weiß, Design enthält.&#10;&#10;KI-generierte Inhalte können fehlerhaft sein.">
            <a:extLst>
              <a:ext uri="{FF2B5EF4-FFF2-40B4-BE49-F238E27FC236}">
                <a16:creationId xmlns:a16="http://schemas.microsoft.com/office/drawing/2014/main" id="{5F62164C-25C5-4AE3-C33D-AE7B3A8BE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9069" y="42041"/>
            <a:ext cx="2231985" cy="536028"/>
          </a:xfrm>
          <a:prstGeom prst="rect">
            <a:avLst/>
          </a:prstGeom>
        </p:spPr>
      </p:pic>
      <p:pic>
        <p:nvPicPr>
          <p:cNvPr id="7" name="Grafik 6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C219DBF6-683B-6953-2588-18BBBA0797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197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F5B038-CF88-2EB0-55F0-3865C8D2718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349" imgH="349" progId="TCLayout.ActiveDocument.1">
                  <p:embed/>
                </p:oleObj>
              </mc:Choice>
              <mc:Fallback>
                <p:oleObj name="think-cell Folie" r:id="rId14" imgW="349" imgH="349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F5B038-CF88-2EB0-55F0-3865C8D271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Agenda I</a:t>
            </a:r>
          </a:p>
        </p:txBody>
      </p:sp>
      <p:cxnSp>
        <p:nvCxnSpPr>
          <p:cNvPr id="32" name="Gerader Verbinder 22">
            <a:extLst>
              <a:ext uri="{FF2B5EF4-FFF2-40B4-BE49-F238E27FC236}">
                <a16:creationId xmlns:a16="http://schemas.microsoft.com/office/drawing/2014/main" id="{0D5E26FD-8837-B5B5-A23F-2096F2B2F6F6}"/>
              </a:ext>
            </a:extLst>
          </p:cNvPr>
          <p:cNvCxnSpPr>
            <a:cxnSpLocks/>
          </p:cNvCxnSpPr>
          <p:nvPr/>
        </p:nvCxnSpPr>
        <p:spPr>
          <a:xfrm>
            <a:off x="407987" y="1557338"/>
            <a:ext cx="0" cy="25875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42">
            <a:extLst>
              <a:ext uri="{FF2B5EF4-FFF2-40B4-BE49-F238E27FC236}">
                <a16:creationId xmlns:a16="http://schemas.microsoft.com/office/drawing/2014/main" id="{08671B0C-B4A0-09C7-7E02-581ED43DF339}"/>
              </a:ext>
            </a:extLst>
          </p:cNvPr>
          <p:cNvCxnSpPr>
            <a:cxnSpLocks/>
          </p:cNvCxnSpPr>
          <p:nvPr/>
        </p:nvCxnSpPr>
        <p:spPr>
          <a:xfrm>
            <a:off x="407987" y="4426835"/>
            <a:ext cx="0" cy="163106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7A005708-D6FF-D33E-72AF-2F2B6692022B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720122" y="2513837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 dirty="0">
                <a:ln>
                  <a:noFill/>
                </a:ln>
                <a:effectLst/>
                <a:uLnTx/>
                <a:uFillTx/>
                <a:ea typeface="+mn-ea"/>
              </a:rPr>
              <a:t>Lorem ipsum dolor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5C86CD47-4408-566D-0701-57E136BD82FD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720122" y="1557338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 dirty="0">
                <a:ln>
                  <a:noFill/>
                </a:ln>
                <a:effectLst/>
                <a:uLnTx/>
                <a:uFillTx/>
                <a:ea typeface="+mn-ea"/>
              </a:rPr>
              <a:t>Lorem ipsum dolor</a:t>
            </a: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E01594ED-9099-154D-9793-F20068660647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720122" y="3470336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effectLst/>
                <a:uLnTx/>
                <a:uFillTx/>
                <a:ea typeface="+mn-ea"/>
              </a:rPr>
              <a:t>Lorem ipsum dolor</a:t>
            </a: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4CD4BAF4-05D4-0661-355A-253337544A75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720122" y="4426835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effectLst/>
                <a:uLnTx/>
                <a:uFillTx/>
                <a:ea typeface="+mn-ea"/>
              </a:rPr>
              <a:t>Lorem ipsum dolor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9161E148-4E84-18A6-644C-422AA3F85F40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720122" y="5383334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effectLst/>
                <a:uLnTx/>
                <a:uFillTx/>
                <a:ea typeface="+mn-ea"/>
              </a:rPr>
              <a:t>Lorem ipsum dolor</a:t>
            </a: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A32C164C-839A-62B2-03EC-6F8D3AC53649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812054" y="1634226"/>
            <a:ext cx="66784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chemeClr val="accent1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1C016ACC-1048-9F45-A168-05F988684C33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812054" y="2590725"/>
            <a:ext cx="66784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chemeClr val="accent1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92EDAD3D-FC61-1D1D-8B4B-6392526DC903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812054" y="3547224"/>
            <a:ext cx="66784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chemeClr val="accent1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F29E01A4-98B7-2AB4-ACDE-7A82A952F3ED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12054" y="4503723"/>
            <a:ext cx="66784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chemeClr val="accent1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C9487B06-5289-CA96-5434-5362EC8B5DF5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812054" y="5460222"/>
            <a:ext cx="66784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chemeClr val="accent1"/>
                </a:solidFill>
                <a:effectLst/>
                <a:uLnTx/>
                <a:uFillTx/>
              </a:rPr>
              <a:t>05.</a:t>
            </a: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CA712340-8D57-05EF-2159-4E94AAED8BD4}"/>
              </a:ext>
            </a:extLst>
          </p:cNvPr>
          <p:cNvSpPr>
            <a:spLocks/>
          </p:cNvSpPr>
          <p:nvPr/>
        </p:nvSpPr>
        <p:spPr bwMode="gray">
          <a:xfrm>
            <a:off x="4057685" y="1557338"/>
            <a:ext cx="7751728" cy="673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+mn-ea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+mn-ea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+mn-ea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+mn-ea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</a:rPr>
              <a:t> </a:t>
            </a: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F0B232F1-93A0-8E95-4907-F58B2C62B1A4}"/>
              </a:ext>
            </a:extLst>
          </p:cNvPr>
          <p:cNvSpPr>
            <a:spLocks/>
          </p:cNvSpPr>
          <p:nvPr/>
        </p:nvSpPr>
        <p:spPr bwMode="gray">
          <a:xfrm>
            <a:off x="4057685" y="2513838"/>
            <a:ext cx="7751728" cy="673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/>
              <a:t>Lorem ipsum dolor sit </a:t>
            </a:r>
            <a:r>
              <a:rPr lang="en-US" sz="1600" err="1"/>
              <a:t>amet</a:t>
            </a:r>
            <a:r>
              <a:rPr lang="en-US" sz="1600"/>
              <a:t>, </a:t>
            </a:r>
            <a:r>
              <a:rPr lang="en-US" sz="1600" err="1"/>
              <a:t>consectetur</a:t>
            </a:r>
            <a:r>
              <a:rPr lang="en-US" sz="1600"/>
              <a:t> </a:t>
            </a:r>
            <a:r>
              <a:rPr lang="en-US" sz="1600" err="1"/>
              <a:t>adipiscing</a:t>
            </a:r>
            <a:r>
              <a:rPr lang="en-US" sz="1600"/>
              <a:t> </a:t>
            </a:r>
            <a:r>
              <a:rPr lang="en-US" sz="1600" err="1"/>
              <a:t>elit</a:t>
            </a:r>
            <a:r>
              <a:rPr lang="en-US" sz="1600"/>
              <a:t>. Cras </a:t>
            </a:r>
            <a:r>
              <a:rPr lang="en-US" sz="1600" err="1"/>
              <a:t>fringilla</a:t>
            </a:r>
            <a:r>
              <a:rPr lang="en-US" sz="1600"/>
              <a:t> </a:t>
            </a: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50956BF1-A299-BBBD-1BC8-999D33102A16}"/>
              </a:ext>
            </a:extLst>
          </p:cNvPr>
          <p:cNvSpPr>
            <a:spLocks/>
          </p:cNvSpPr>
          <p:nvPr/>
        </p:nvSpPr>
        <p:spPr bwMode="gray">
          <a:xfrm>
            <a:off x="4057685" y="3470338"/>
            <a:ext cx="7751728" cy="673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/>
              <a:t>Lorem ipsum dolor sit </a:t>
            </a:r>
            <a:r>
              <a:rPr lang="en-US" sz="1600" err="1"/>
              <a:t>amet</a:t>
            </a:r>
            <a:r>
              <a:rPr lang="en-US" sz="1600"/>
              <a:t>, </a:t>
            </a:r>
            <a:r>
              <a:rPr lang="en-US" sz="1600" err="1"/>
              <a:t>consectetur</a:t>
            </a:r>
            <a:r>
              <a:rPr lang="en-US" sz="1600"/>
              <a:t> </a:t>
            </a:r>
            <a:r>
              <a:rPr lang="en-US" sz="1600" err="1"/>
              <a:t>adipiscing</a:t>
            </a:r>
            <a:r>
              <a:rPr lang="en-US" sz="1600"/>
              <a:t> </a:t>
            </a:r>
            <a:r>
              <a:rPr lang="en-US" sz="1600" err="1"/>
              <a:t>elit</a:t>
            </a:r>
            <a:r>
              <a:rPr lang="en-US" sz="1600"/>
              <a:t>. Cras </a:t>
            </a:r>
            <a:r>
              <a:rPr lang="en-US" sz="1600" err="1"/>
              <a:t>fringilla</a:t>
            </a:r>
            <a:r>
              <a:rPr lang="en-US" sz="1600"/>
              <a:t>, </a:t>
            </a:r>
            <a:r>
              <a:rPr lang="en-US" sz="1600" err="1"/>
              <a:t>felis</a:t>
            </a:r>
            <a:r>
              <a:rPr lang="en-US" sz="1600"/>
              <a:t> sit</a:t>
            </a: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A4F0622F-629B-E0E1-1FF7-1C76FF2A5A07}"/>
              </a:ext>
            </a:extLst>
          </p:cNvPr>
          <p:cNvSpPr>
            <a:spLocks/>
          </p:cNvSpPr>
          <p:nvPr/>
        </p:nvSpPr>
        <p:spPr bwMode="gray">
          <a:xfrm>
            <a:off x="4057685" y="4426838"/>
            <a:ext cx="7751728" cy="673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/>
              <a:t>Lorem ipsum dolor sit </a:t>
            </a:r>
            <a:r>
              <a:rPr lang="en-US" sz="1600" err="1"/>
              <a:t>amet</a:t>
            </a:r>
            <a:r>
              <a:rPr lang="en-US" sz="1600"/>
              <a:t>, </a:t>
            </a:r>
            <a:r>
              <a:rPr lang="en-US" sz="1600" err="1"/>
              <a:t>consectetur</a:t>
            </a:r>
            <a:endParaRPr lang="en-US" sz="1600"/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9E0318CB-A0AF-6E88-EBFB-6E6B10DF1B27}"/>
              </a:ext>
            </a:extLst>
          </p:cNvPr>
          <p:cNvSpPr>
            <a:spLocks/>
          </p:cNvSpPr>
          <p:nvPr/>
        </p:nvSpPr>
        <p:spPr bwMode="gray">
          <a:xfrm>
            <a:off x="4057685" y="5383334"/>
            <a:ext cx="7751728" cy="673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/>
              <a:t>Lorem ipsum dolor sit </a:t>
            </a:r>
            <a:r>
              <a:rPr lang="en-US" sz="1600" dirty="0" err="1"/>
              <a:t>amet</a:t>
            </a:r>
            <a:r>
              <a:rPr lang="en-US" sz="1600" dirty="0"/>
              <a:t>, </a:t>
            </a:r>
            <a:r>
              <a:rPr lang="en-US" sz="1600" dirty="0" err="1"/>
              <a:t>consectetur</a:t>
            </a:r>
            <a:r>
              <a:rPr lang="en-US" sz="1600" dirty="0"/>
              <a:t> </a:t>
            </a:r>
            <a:r>
              <a:rPr lang="en-US" sz="1600" dirty="0" err="1"/>
              <a:t>adipiscing</a:t>
            </a:r>
            <a:r>
              <a:rPr lang="en-US" sz="1600" dirty="0"/>
              <a:t> </a:t>
            </a:r>
            <a:r>
              <a:rPr lang="en-US" sz="1600" dirty="0" err="1"/>
              <a:t>elit</a:t>
            </a:r>
            <a:r>
              <a:rPr lang="en-US" sz="1600" dirty="0"/>
              <a:t>. Cras </a:t>
            </a:r>
            <a:r>
              <a:rPr lang="en-US" sz="1600" dirty="0" err="1"/>
              <a:t>fringilla</a:t>
            </a:r>
            <a:r>
              <a:rPr lang="en-US" sz="1600" dirty="0"/>
              <a:t>, </a:t>
            </a:r>
            <a:r>
              <a:rPr lang="en-US" sz="1600" dirty="0" err="1"/>
              <a:t>felis</a:t>
            </a:r>
            <a:r>
              <a:rPr lang="en-US" sz="1600" dirty="0"/>
              <a:t> sit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977A4D5-7932-4C7E-D0A4-F1CDD7EB493D}"/>
              </a:ext>
            </a:extLst>
          </p:cNvPr>
          <p:cNvCxnSpPr>
            <a:cxnSpLocks/>
          </p:cNvCxnSpPr>
          <p:nvPr/>
        </p:nvCxnSpPr>
        <p:spPr>
          <a:xfrm>
            <a:off x="4057685" y="2372188"/>
            <a:ext cx="7750800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FA7ACC9-1681-B038-6920-A2867352274C}"/>
              </a:ext>
            </a:extLst>
          </p:cNvPr>
          <p:cNvCxnSpPr>
            <a:cxnSpLocks/>
          </p:cNvCxnSpPr>
          <p:nvPr/>
        </p:nvCxnSpPr>
        <p:spPr>
          <a:xfrm>
            <a:off x="4057685" y="3328688"/>
            <a:ext cx="7750800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9D93E6B-E0AD-2ABA-816A-C6094AECF151}"/>
              </a:ext>
            </a:extLst>
          </p:cNvPr>
          <p:cNvCxnSpPr>
            <a:cxnSpLocks/>
          </p:cNvCxnSpPr>
          <p:nvPr/>
        </p:nvCxnSpPr>
        <p:spPr>
          <a:xfrm>
            <a:off x="4057685" y="4285188"/>
            <a:ext cx="7750800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5B63F31-D389-08AB-8767-F554B2393477}"/>
              </a:ext>
            </a:extLst>
          </p:cNvPr>
          <p:cNvCxnSpPr>
            <a:cxnSpLocks/>
          </p:cNvCxnSpPr>
          <p:nvPr/>
        </p:nvCxnSpPr>
        <p:spPr>
          <a:xfrm>
            <a:off x="4057685" y="5241688"/>
            <a:ext cx="7750800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958EB87B-C905-0E6C-D547-D3FCAF84D4CF}"/>
              </a:ext>
            </a:extLst>
          </p:cNvPr>
          <p:cNvSpPr/>
          <p:nvPr/>
        </p:nvSpPr>
        <p:spPr>
          <a:xfrm>
            <a:off x="407988" y="6275487"/>
            <a:ext cx="2391680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Aft>
                <a:spcPts val="110"/>
              </a:spcAft>
            </a:pPr>
            <a:r>
              <a:rPr lang="en-US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agendas, list, lists, table of contents</a:t>
            </a:r>
          </a:p>
        </p:txBody>
      </p:sp>
      <p:pic>
        <p:nvPicPr>
          <p:cNvPr id="4" name="Grafik 3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F764E763-EA3D-3203-2436-F8025F4B867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98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CD052C55-C400-5FBA-0DF9-83B975EA5B5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2" imgW="349" imgH="349" progId="TCLayout.ActiveDocument.1">
                  <p:embed/>
                </p:oleObj>
              </mc:Choice>
              <mc:Fallback>
                <p:oleObj name="think-cell Folie" r:id="rId22" imgW="349" imgH="349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052C55-C400-5FBA-0DF9-83B975EA5B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 dirty="0"/>
              <a:t>Dashboard</a:t>
            </a:r>
            <a:endParaRPr lang="en-US" dirty="0"/>
          </a:p>
        </p:txBody>
      </p:sp>
      <p:sp>
        <p:nvSpPr>
          <p:cNvPr id="7" name="Rechteck 18">
            <a:extLst>
              <a:ext uri="{FF2B5EF4-FFF2-40B4-BE49-F238E27FC236}">
                <a16:creationId xmlns:a16="http://schemas.microsoft.com/office/drawing/2014/main" id="{B7A3FE8C-7D8D-FD19-895D-E882E20424EE}"/>
              </a:ext>
            </a:extLst>
          </p:cNvPr>
          <p:cNvSpPr>
            <a:spLocks/>
          </p:cNvSpPr>
          <p:nvPr/>
        </p:nvSpPr>
        <p:spPr>
          <a:xfrm>
            <a:off x="5047594" y="3897338"/>
            <a:ext cx="3291372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>
                <a:solidFill>
                  <a:schemeClr val="tx1"/>
                </a:solidFill>
                <a:sym typeface="Futura"/>
              </a:rPr>
              <a:t>Clicks</a:t>
            </a:r>
          </a:p>
        </p:txBody>
      </p:sp>
      <p:sp>
        <p:nvSpPr>
          <p:cNvPr id="9" name="Rechteck 19">
            <a:extLst>
              <a:ext uri="{FF2B5EF4-FFF2-40B4-BE49-F238E27FC236}">
                <a16:creationId xmlns:a16="http://schemas.microsoft.com/office/drawing/2014/main" id="{2D852524-5185-79B7-AC42-B3C9944BF176}"/>
              </a:ext>
            </a:extLst>
          </p:cNvPr>
          <p:cNvSpPr>
            <a:spLocks/>
          </p:cNvSpPr>
          <p:nvPr/>
        </p:nvSpPr>
        <p:spPr>
          <a:xfrm>
            <a:off x="408525" y="1557338"/>
            <a:ext cx="4459606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sym typeface="Futura"/>
              </a:rPr>
              <a:t>Visitors</a:t>
            </a:r>
          </a:p>
        </p:txBody>
      </p:sp>
      <p:sp>
        <p:nvSpPr>
          <p:cNvPr id="11" name="Rechteck 20">
            <a:extLst>
              <a:ext uri="{FF2B5EF4-FFF2-40B4-BE49-F238E27FC236}">
                <a16:creationId xmlns:a16="http://schemas.microsoft.com/office/drawing/2014/main" id="{A3259F52-EF25-9EB8-BAF0-8E6ECC89D632}"/>
              </a:ext>
            </a:extLst>
          </p:cNvPr>
          <p:cNvSpPr>
            <a:spLocks/>
          </p:cNvSpPr>
          <p:nvPr/>
        </p:nvSpPr>
        <p:spPr>
          <a:xfrm>
            <a:off x="408525" y="3897338"/>
            <a:ext cx="4459606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sym typeface="Futura"/>
              </a:rPr>
              <a:t>Page views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70A5B640-F8EF-4376-123B-284BA010472F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493713" y="2073275"/>
          <a:ext cx="4298950" cy="136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A36AD9A7-A470-4248-33C2-9AE6FF8B56DA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717550" y="34147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A317707-A95A-4184-A0C0-7274CC863A0D}" type="datetime'''''''''''''''''''''2''''0''''''''''''1''''''''''7'''''">
              <a:rPr lang="en-US" altLang="en-US" sz="14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2017</a:t>
            </a:fld>
            <a:endParaRPr lang="en-US" sz="140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A36AD9A7-A470-4248-33C2-9AE6FF8B56DA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1406525" y="34147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8BC4679-1B60-44D4-9236-D25D5EB49DBA}" type="datetime'201''''8'''''''''''''''''''''''''''''''''''''">
              <a:rPr lang="en-US" altLang="en-US" sz="14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2018</a:t>
            </a:fld>
            <a:endParaRPr lang="en-US" sz="140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A36AD9A7-A470-4248-33C2-9AE6FF8B56DA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095500" y="34147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BB3D8B6-8122-42EA-9156-45524736EA88}" type="datetime'''2''''0''''''''''''1''''''''''''''''''''''''''9'''">
              <a:rPr lang="en-US" altLang="en-US" sz="14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2019</a:t>
            </a:fld>
            <a:endParaRPr lang="en-US" sz="1400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A36AD9A7-A470-4248-33C2-9AE6FF8B56DA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784475" y="34147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1446E6D-F09D-4379-9986-785393D855A9}" type="datetime'''''''''''''''''''''''''''''''20''2''''''0'''">
              <a:rPr lang="en-US" altLang="en-US" sz="14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2020</a:t>
            </a:fld>
            <a:endParaRPr lang="en-US" sz="140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A36AD9A7-A470-4248-33C2-9AE6FF8B56DA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3473450" y="34147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AC6855D-C52D-4204-9668-A282BBEFDDC5}" type="datetime'''2''''02''''''''''''''''''1'''''''''''''''''''''''''''''''">
              <a:rPr lang="en-US" altLang="en-US" sz="14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2021</a:t>
            </a:fld>
            <a:endParaRPr lang="en-US" sz="140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A36AD9A7-A470-4248-33C2-9AE6FF8B56DA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4162425" y="34147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F889CF3-A07C-405F-8151-9FB544DDE371}" type="datetime'''''2''''''''''0''''''2''''''''''''''''2'''''''''''''''''">
              <a:rPr lang="en-US" altLang="en-US" sz="14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2022</a:t>
            </a:fld>
            <a:endParaRPr lang="en-US" sz="1400"/>
          </a:p>
        </p:txBody>
      </p:sp>
      <p:sp>
        <p:nvSpPr>
          <p:cNvPr id="2" name="Rechteck 8">
            <a:extLst>
              <a:ext uri="{FF2B5EF4-FFF2-40B4-BE49-F238E27FC236}">
                <a16:creationId xmlns:a16="http://schemas.microsoft.com/office/drawing/2014/main" id="{2785FFAF-04EA-29E6-8642-EE5B56B91D76}"/>
              </a:ext>
            </a:extLst>
          </p:cNvPr>
          <p:cNvSpPr>
            <a:spLocks/>
          </p:cNvSpPr>
          <p:nvPr/>
        </p:nvSpPr>
        <p:spPr>
          <a:xfrm>
            <a:off x="5047952" y="1557338"/>
            <a:ext cx="213424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sym typeface="Futura"/>
              </a:rPr>
              <a:t>Texts</a:t>
            </a:r>
          </a:p>
        </p:txBody>
      </p:sp>
      <p:pic>
        <p:nvPicPr>
          <p:cNvPr id="22" name="Grafik 128">
            <a:extLst>
              <a:ext uri="{FF2B5EF4-FFF2-40B4-BE49-F238E27FC236}">
                <a16:creationId xmlns:a16="http://schemas.microsoft.com/office/drawing/2014/main" id="{85713FB3-83E6-9045-C8CA-9AB3E39E389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657876" y="2145274"/>
            <a:ext cx="914400" cy="914400"/>
          </a:xfrm>
          <a:prstGeom prst="rect">
            <a:avLst/>
          </a:prstGeom>
        </p:spPr>
      </p:pic>
      <p:sp>
        <p:nvSpPr>
          <p:cNvPr id="23" name="TextBox 36">
            <a:extLst>
              <a:ext uri="{FF2B5EF4-FFF2-40B4-BE49-F238E27FC236}">
                <a16:creationId xmlns:a16="http://schemas.microsoft.com/office/drawing/2014/main" id="{7D9D1353-FBE3-88F8-6071-C39318671512}"/>
              </a:ext>
            </a:extLst>
          </p:cNvPr>
          <p:cNvSpPr txBox="1">
            <a:spLocks/>
          </p:cNvSpPr>
          <p:nvPr/>
        </p:nvSpPr>
        <p:spPr>
          <a:xfrm>
            <a:off x="6239584" y="3368224"/>
            <a:ext cx="942616" cy="349702"/>
          </a:xfrm>
          <a:prstGeom prst="rect">
            <a:avLst/>
          </a:prstGeom>
          <a:noFill/>
        </p:spPr>
        <p:txBody>
          <a:bodyPr wrap="none" lIns="0" tIns="0" rIns="108000" bIns="7200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Lato Light" panose="020F0502020204030203" pitchFamily="34" charset="0"/>
                <a:cs typeface="Poppins" pitchFamily="2" charset="77"/>
              </a:rPr>
              <a:t>100,000</a:t>
            </a:r>
          </a:p>
        </p:txBody>
      </p:sp>
      <p:sp>
        <p:nvSpPr>
          <p:cNvPr id="6" name="Rechteck 17">
            <a:extLst>
              <a:ext uri="{FF2B5EF4-FFF2-40B4-BE49-F238E27FC236}">
                <a16:creationId xmlns:a16="http://schemas.microsoft.com/office/drawing/2014/main" id="{30A936CB-95D7-FF08-8C78-916F028C8D82}"/>
              </a:ext>
            </a:extLst>
          </p:cNvPr>
          <p:cNvSpPr>
            <a:spLocks/>
          </p:cNvSpPr>
          <p:nvPr/>
        </p:nvSpPr>
        <p:spPr>
          <a:xfrm>
            <a:off x="7362021" y="1557338"/>
            <a:ext cx="213424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sym typeface="Futura"/>
              </a:rPr>
              <a:t>Users</a:t>
            </a:r>
          </a:p>
        </p:txBody>
      </p:sp>
      <p:pic>
        <p:nvPicPr>
          <p:cNvPr id="21" name="Grafik 126">
            <a:extLst>
              <a:ext uri="{FF2B5EF4-FFF2-40B4-BE49-F238E27FC236}">
                <a16:creationId xmlns:a16="http://schemas.microsoft.com/office/drawing/2014/main" id="{BB91B26F-7BB3-4B3F-2B08-96D15F77B88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971945" y="2145274"/>
            <a:ext cx="914400" cy="914400"/>
          </a:xfrm>
          <a:prstGeom prst="rect">
            <a:avLst/>
          </a:prstGeom>
        </p:spPr>
      </p:pic>
      <p:sp>
        <p:nvSpPr>
          <p:cNvPr id="24" name="TextBox 38">
            <a:extLst>
              <a:ext uri="{FF2B5EF4-FFF2-40B4-BE49-F238E27FC236}">
                <a16:creationId xmlns:a16="http://schemas.microsoft.com/office/drawing/2014/main" id="{2C89CBBB-035F-D862-010D-10AF76691786}"/>
              </a:ext>
            </a:extLst>
          </p:cNvPr>
          <p:cNvSpPr txBox="1">
            <a:spLocks/>
          </p:cNvSpPr>
          <p:nvPr/>
        </p:nvSpPr>
        <p:spPr>
          <a:xfrm>
            <a:off x="8553653" y="3368224"/>
            <a:ext cx="942616" cy="349702"/>
          </a:xfrm>
          <a:prstGeom prst="rect">
            <a:avLst/>
          </a:prstGeom>
          <a:noFill/>
        </p:spPr>
        <p:txBody>
          <a:bodyPr wrap="none" lIns="0" tIns="0" rIns="108000" bIns="7200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Lato Light" panose="020F0502020204030203" pitchFamily="34" charset="0"/>
                <a:cs typeface="Poppins" pitchFamily="2" charset="77"/>
              </a:rPr>
              <a:t>100,000</a:t>
            </a:r>
          </a:p>
        </p:txBody>
      </p:sp>
      <p:sp>
        <p:nvSpPr>
          <p:cNvPr id="3" name="Rechteck 9">
            <a:extLst>
              <a:ext uri="{FF2B5EF4-FFF2-40B4-BE49-F238E27FC236}">
                <a16:creationId xmlns:a16="http://schemas.microsoft.com/office/drawing/2014/main" id="{68F78C39-F072-5144-3C68-6324F5B5AB9E}"/>
              </a:ext>
            </a:extLst>
          </p:cNvPr>
          <p:cNvSpPr>
            <a:spLocks/>
          </p:cNvSpPr>
          <p:nvPr/>
        </p:nvSpPr>
        <p:spPr>
          <a:xfrm>
            <a:off x="9676090" y="1557338"/>
            <a:ext cx="2144435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sym typeface="Futura"/>
              </a:rPr>
              <a:t>Files</a:t>
            </a:r>
          </a:p>
        </p:txBody>
      </p:sp>
      <p:pic>
        <p:nvPicPr>
          <p:cNvPr id="20" name="Grafik 124">
            <a:extLst>
              <a:ext uri="{FF2B5EF4-FFF2-40B4-BE49-F238E27FC236}">
                <a16:creationId xmlns:a16="http://schemas.microsoft.com/office/drawing/2014/main" id="{415DEF57-759D-A3C6-7865-F456980B66D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286014" y="2145274"/>
            <a:ext cx="914400" cy="914400"/>
          </a:xfrm>
          <a:prstGeom prst="rect">
            <a:avLst/>
          </a:prstGeom>
        </p:spPr>
      </p:pic>
      <p:sp>
        <p:nvSpPr>
          <p:cNvPr id="25" name="TextBox 40">
            <a:extLst>
              <a:ext uri="{FF2B5EF4-FFF2-40B4-BE49-F238E27FC236}">
                <a16:creationId xmlns:a16="http://schemas.microsoft.com/office/drawing/2014/main" id="{307CD878-6204-B5C2-80A9-F445291FE2CF}"/>
              </a:ext>
            </a:extLst>
          </p:cNvPr>
          <p:cNvSpPr txBox="1">
            <a:spLocks/>
          </p:cNvSpPr>
          <p:nvPr/>
        </p:nvSpPr>
        <p:spPr>
          <a:xfrm>
            <a:off x="10877908" y="3368224"/>
            <a:ext cx="942616" cy="349702"/>
          </a:xfrm>
          <a:prstGeom prst="rect">
            <a:avLst/>
          </a:prstGeom>
          <a:noFill/>
        </p:spPr>
        <p:txBody>
          <a:bodyPr wrap="none" lIns="0" tIns="0" rIns="108000" bIns="7200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Lato Light" panose="020F0502020204030203" pitchFamily="34" charset="0"/>
                <a:cs typeface="Poppins" pitchFamily="2" charset="77"/>
              </a:rPr>
              <a:t>100,000</a:t>
            </a:r>
          </a:p>
        </p:txBody>
      </p:sp>
      <p:sp>
        <p:nvSpPr>
          <p:cNvPr id="4" name="Rechteck 14">
            <a:extLst>
              <a:ext uri="{FF2B5EF4-FFF2-40B4-BE49-F238E27FC236}">
                <a16:creationId xmlns:a16="http://schemas.microsoft.com/office/drawing/2014/main" id="{5374324D-EDB4-201D-85D2-489C59FE8213}"/>
              </a:ext>
            </a:extLst>
          </p:cNvPr>
          <p:cNvSpPr>
            <a:spLocks/>
          </p:cNvSpPr>
          <p:nvPr/>
        </p:nvSpPr>
        <p:spPr>
          <a:xfrm>
            <a:off x="8518967" y="3897338"/>
            <a:ext cx="330155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sym typeface="Futura"/>
              </a:rPr>
              <a:t>Revenue</a:t>
            </a:r>
          </a:p>
        </p:txBody>
      </p:sp>
      <p:pic>
        <p:nvPicPr>
          <p:cNvPr id="19" name="Grafik 122">
            <a:extLst>
              <a:ext uri="{FF2B5EF4-FFF2-40B4-BE49-F238E27FC236}">
                <a16:creationId xmlns:a16="http://schemas.microsoft.com/office/drawing/2014/main" id="{099DE54A-F0A6-3366-8A1C-52E867F51974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707452" y="4418013"/>
            <a:ext cx="914400" cy="914400"/>
          </a:xfrm>
          <a:prstGeom prst="rect">
            <a:avLst/>
          </a:prstGeom>
        </p:spPr>
      </p:pic>
      <p:sp>
        <p:nvSpPr>
          <p:cNvPr id="26" name="TextBox 43">
            <a:extLst>
              <a:ext uri="{FF2B5EF4-FFF2-40B4-BE49-F238E27FC236}">
                <a16:creationId xmlns:a16="http://schemas.microsoft.com/office/drawing/2014/main" id="{CEB328BA-D145-7E28-8704-6FA7ED3A868F}"/>
              </a:ext>
            </a:extLst>
          </p:cNvPr>
          <p:cNvSpPr txBox="1">
            <a:spLocks/>
          </p:cNvSpPr>
          <p:nvPr/>
        </p:nvSpPr>
        <p:spPr>
          <a:xfrm>
            <a:off x="10429068" y="5708224"/>
            <a:ext cx="1391457" cy="349702"/>
          </a:xfrm>
          <a:prstGeom prst="rect">
            <a:avLst/>
          </a:prstGeom>
          <a:noFill/>
        </p:spPr>
        <p:txBody>
          <a:bodyPr wrap="none" lIns="0" tIns="0" rIns="108000" bIns="7200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Lato Light" panose="020F0502020204030203" pitchFamily="34" charset="0"/>
                <a:cs typeface="Poppins" pitchFamily="2" charset="77"/>
              </a:rPr>
              <a:t>$100,000.00</a:t>
            </a:r>
          </a:p>
        </p:txBody>
      </p:sp>
      <p:graphicFrame>
        <p:nvGraphicFramePr>
          <p:cNvPr id="101" name="Chart 100">
            <a:extLst>
              <a:ext uri="{FF2B5EF4-FFF2-40B4-BE49-F238E27FC236}">
                <a16:creationId xmlns:a16="http://schemas.microsoft.com/office/drawing/2014/main" id="{EB42C35E-3B7C-18A8-4EBE-EC4DCBA1F684}"/>
              </a:ext>
            </a:extLst>
          </p:cNvPr>
          <p:cNvGraphicFramePr/>
          <p:nvPr>
            <p:custDataLst>
              <p:tags r:id="rId9"/>
            </p:custDataLst>
          </p:nvPr>
        </p:nvGraphicFramePr>
        <p:xfrm>
          <a:off x="5962650" y="4408488"/>
          <a:ext cx="1463675" cy="1463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28506E6E-CC86-0A63-BABF-A0B9548E7D7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7388225" y="5219700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71605DD9-885D-454A-B506-8968E03A3565}" type="datetime'Se''''r''''''''''''''''''''''''ie''''s'''' ''1'''''''''''''''">
              <a:rPr lang="en-US" altLang="en-US" sz="1400" smtClean="0"/>
              <a:pPr/>
              <a:t>Series 1</a:t>
            </a:fld>
            <a:endParaRPr lang="en-US" sz="1400"/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F7E1851C-0FAB-8194-D997-6151AF111B58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5370513" y="5324475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FBBBD7C2-F568-4DBC-A5F4-0D627AE7A8A3}" type="datetime'''''''''''''''''''''S''''''er''i''''e''s'' ''''2'''">
              <a:rPr lang="en-US" altLang="en-US" sz="1400" smtClean="0"/>
              <a:pPr/>
              <a:t>Series 2</a:t>
            </a:fld>
            <a:endParaRPr lang="en-US" sz="1400"/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2C4F9489-2415-7AE2-41CE-BD15B81244DD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5684838" y="4349750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451D06DB-B389-4287-930A-2E82A9426D02}" type="datetime'''''''''''''S''''''''e''rie''''''''''''''''''''s'''' ''''3'''">
              <a:rPr lang="en-US" altLang="en-US" sz="1400" smtClean="0"/>
              <a:pPr/>
              <a:t>Series 3</a:t>
            </a:fld>
            <a:endParaRPr lang="en-US" sz="140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BDA5D4C-AD81-3F23-A213-D3E8019A36A9}"/>
              </a:ext>
            </a:extLst>
          </p:cNvPr>
          <p:cNvGraphicFramePr/>
          <p:nvPr>
            <p:custDataLst>
              <p:tags r:id="rId13"/>
            </p:custDataLst>
          </p:nvPr>
        </p:nvGraphicFramePr>
        <p:xfrm>
          <a:off x="493713" y="4146550"/>
          <a:ext cx="4298950" cy="183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4"/>
          </a:graphicData>
        </a:graphic>
      </p:graphicFrame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C05D4B53-615E-A947-048A-79C309D20B88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715963" y="573246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168FB15-69C3-4D90-8131-1FBC19D44754}" type="datetime'''''''2''''''''''''''''0''''''''''''''''''''''1''''7'''''">
              <a:rPr lang="en-US" altLang="en-US" sz="1400" smtClean="0"/>
              <a:pPr/>
              <a:t>2017</a:t>
            </a:fld>
            <a:endParaRPr lang="en-US" sz="1400"/>
          </a:p>
        </p:txBody>
      </p:sp>
      <p:sp>
        <p:nvSpPr>
          <p:cNvPr id="73" name="Text Placeholder 2">
            <a:extLst>
              <a:ext uri="{FF2B5EF4-FFF2-40B4-BE49-F238E27FC236}">
                <a16:creationId xmlns:a16="http://schemas.microsoft.com/office/drawing/2014/main" id="{5330985E-48A3-9701-A4C6-791F630EDCE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1404938" y="573246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5D8768D-9807-471C-9C4E-C813EBAAAF52}" type="datetime'2''''''''''''''''''''''''''0''1''''''''''''8'''''''">
              <a:rPr lang="en-US" altLang="en-US" sz="1400" smtClean="0"/>
              <a:pPr/>
              <a:t>2018</a:t>
            </a:fld>
            <a:endParaRPr lang="en-US" sz="1400"/>
          </a:p>
        </p:txBody>
      </p:sp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796240CD-5348-398F-CF4B-E6C1287B97E0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2093913" y="573246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CC256EC-FF1B-47B5-89A7-FA54B9F8AE78}" type="datetime'''2''''''''''''''''''''''''''''01''9'''''''''">
              <a:rPr lang="en-US" altLang="en-US" sz="1400" smtClean="0"/>
              <a:pPr/>
              <a:t>2019</a:t>
            </a:fld>
            <a:endParaRPr lang="en-US" sz="1400"/>
          </a:p>
        </p:txBody>
      </p:sp>
      <p:sp>
        <p:nvSpPr>
          <p:cNvPr id="75" name="Text Placeholder 2">
            <a:extLst>
              <a:ext uri="{FF2B5EF4-FFF2-40B4-BE49-F238E27FC236}">
                <a16:creationId xmlns:a16="http://schemas.microsoft.com/office/drawing/2014/main" id="{09EA9239-FC93-8E98-08FA-D5542C0D99D2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2782888" y="573246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43A3649-E76B-4F5B-A315-DE68408ADCE4}" type="datetime'''''''''''''''2''0''''2''''0'''''''''''''''''''''''">
              <a:rPr lang="en-US" altLang="en-US" sz="1400" smtClean="0"/>
              <a:pPr/>
              <a:t>2020</a:t>
            </a:fld>
            <a:endParaRPr lang="en-US" sz="1400"/>
          </a:p>
        </p:txBody>
      </p:sp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33167106-4D63-724F-D905-0F9FAC6D5D8D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3471863" y="573246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2B6C8FB-C77C-468D-BFD8-F8DCA979BD4F}" type="datetime'2''''0''''''''''''''2''''''''1'''''''''''''''''''">
              <a:rPr lang="en-US" altLang="en-US" sz="1400" smtClean="0"/>
              <a:pPr/>
              <a:t>2021</a:t>
            </a:fld>
            <a:endParaRPr lang="en-US" sz="1400"/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0E4646FF-217D-C6E0-742F-791E5AE3AD8A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4160838" y="573246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1364F78-6923-4E16-B9A6-96CB678F3D5A}" type="datetime'''''2''''''''''0''''''''''''''''''''''''''''''''''2''''''''2'">
              <a:rPr lang="en-US" altLang="en-US" sz="1400" smtClean="0"/>
              <a:pPr/>
              <a:t>2022</a:t>
            </a:fld>
            <a:endParaRPr lang="en-US" sz="1400"/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DC6A4ABA-616C-CD9B-F4AE-BA6523468F01}"/>
              </a:ext>
            </a:extLst>
          </p:cNvPr>
          <p:cNvSpPr>
            <a:spLocks/>
          </p:cNvSpPr>
          <p:nvPr/>
        </p:nvSpPr>
        <p:spPr>
          <a:xfrm>
            <a:off x="8811106" y="-805994"/>
            <a:ext cx="4575600" cy="1365365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</a:ln>
          <a:effectLst>
            <a:outerShdw blurRad="1524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b">
            <a:spAutoFit/>
          </a:bodyPr>
          <a:lstStyle/>
          <a:p>
            <a:r>
              <a:rPr lang="en-US" sz="1200" u="sng" dirty="0">
                <a:solidFill>
                  <a:schemeClr val="tx1"/>
                </a:solidFill>
              </a:rPr>
              <a:t>This slide contains </a:t>
            </a:r>
            <a:r>
              <a:rPr lang="en-US" sz="1200" b="1" u="sng" dirty="0">
                <a:solidFill>
                  <a:schemeClr val="tx1"/>
                </a:solidFill>
              </a:rPr>
              <a:t>think-cell charts</a:t>
            </a:r>
            <a:r>
              <a:rPr lang="en-US" sz="1200" u="sng" dirty="0">
                <a:solidFill>
                  <a:schemeClr val="tx1"/>
                </a:solidFill>
              </a:rPr>
              <a:t>.</a:t>
            </a: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</a:t>
            </a:r>
            <a:r>
              <a:rPr lang="en-US" sz="1200" b="1" dirty="0">
                <a:solidFill>
                  <a:schemeClr val="tx1"/>
                </a:solidFill>
              </a:rPr>
              <a:t> open a chart's internal datasheet</a:t>
            </a:r>
            <a:r>
              <a:rPr lang="en-US" sz="1200" dirty="0">
                <a:solidFill>
                  <a:schemeClr val="tx1"/>
                </a:solidFill>
              </a:rPr>
              <a:t>, double-click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any empty space in the chart.</a:t>
            </a:r>
            <a:endParaRPr lang="en-US" sz="1200" dirty="0">
              <a:solidFill>
                <a:schemeClr val="tx1"/>
              </a:solidFill>
              <a:cs typeface="Arial"/>
            </a:endParaRP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 </a:t>
            </a:r>
            <a:r>
              <a:rPr lang="en-US" sz="1200" b="1" dirty="0">
                <a:solidFill>
                  <a:schemeClr val="tx1"/>
                </a:solidFill>
              </a:rPr>
              <a:t>add annotations </a:t>
            </a:r>
            <a:r>
              <a:rPr lang="en-US" sz="1200" dirty="0">
                <a:solidFill>
                  <a:schemeClr val="tx1"/>
                </a:solidFill>
              </a:rPr>
              <a:t>(e.g., CAGR arrows, difference arrows),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right-click a chart or a chart feature to open the context menu.</a:t>
            </a:r>
            <a:endParaRPr lang="en-US" sz="1200" dirty="0">
              <a:solidFill>
                <a:schemeClr val="tx1"/>
              </a:solidFill>
              <a:cs typeface="Arial"/>
            </a:endParaRP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 </a:t>
            </a:r>
            <a:r>
              <a:rPr lang="en-US" sz="1200" b="1" dirty="0">
                <a:solidFill>
                  <a:schemeClr val="tx1"/>
                </a:solidFill>
              </a:rPr>
              <a:t>change the style and formatting</a:t>
            </a:r>
            <a:r>
              <a:rPr lang="en-US" sz="1200" dirty="0">
                <a:solidFill>
                  <a:schemeClr val="tx1"/>
                </a:solidFill>
              </a:rPr>
              <a:t> of a chart or a feature,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click the chart or feature to open the mini toolbar.</a:t>
            </a:r>
            <a:endParaRPr lang="en-US" sz="12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65F79F6B-0AED-30DE-B76A-7013AB157D4C}"/>
              </a:ext>
            </a:extLst>
          </p:cNvPr>
          <p:cNvSpPr/>
          <p:nvPr/>
        </p:nvSpPr>
        <p:spPr>
          <a:xfrm>
            <a:off x="407988" y="6275487"/>
            <a:ext cx="6867265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Bef>
                <a:spcPct val="10000"/>
              </a:spcBef>
              <a:spcAft>
                <a:spcPts val="110"/>
              </a:spcAft>
            </a:pPr>
            <a:r>
              <a:rPr lang="en-US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dashboards, overview, overviews, summary, summaries, think-cell, donut, doughnut, line, chart, bar, bars, column, columns</a:t>
            </a:r>
          </a:p>
        </p:txBody>
      </p:sp>
      <p:pic>
        <p:nvPicPr>
          <p:cNvPr id="10" name="Grafik 9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FE938E33-9565-C165-F17F-3F24DBB7151F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920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think-cell data - do not delete" hidden="1">
            <a:extLst>
              <a:ext uri="{FF2B5EF4-FFF2-40B4-BE49-F238E27FC236}">
                <a16:creationId xmlns:a16="http://schemas.microsoft.com/office/drawing/2014/main" id="{A586C677-4F13-BECE-450B-12110F4A7D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1" imgW="349" imgH="349" progId="TCLayout.ActiveDocument.1">
                  <p:embed/>
                </p:oleObj>
              </mc:Choice>
              <mc:Fallback>
                <p:oleObj name="think-cell Folie" r:id="rId31" imgW="349" imgH="349" progId="TCLayout.ActiveDocument.1">
                  <p:embed/>
                  <p:pic>
                    <p:nvPicPr>
                      <p:cNvPr id="8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586C677-4F13-BECE-450B-12110F4A7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 noProof="0" dirty="0"/>
              <a:t>Traffic light </a:t>
            </a:r>
            <a:r>
              <a:rPr lang="en-US" dirty="0"/>
              <a:t>d</a:t>
            </a:r>
            <a:r>
              <a:rPr lang="en-US" noProof="0" dirty="0" err="1"/>
              <a:t>ashboard</a:t>
            </a:r>
            <a:endParaRPr lang="en-US" dirty="0"/>
          </a:p>
        </p:txBody>
      </p:sp>
      <p:sp>
        <p:nvSpPr>
          <p:cNvPr id="2" name="Rechteck 7">
            <a:extLst>
              <a:ext uri="{FF2B5EF4-FFF2-40B4-BE49-F238E27FC236}">
                <a16:creationId xmlns:a16="http://schemas.microsoft.com/office/drawing/2014/main" id="{EFF5CEB2-1AFF-D109-B8AC-73D188141BA5}"/>
              </a:ext>
            </a:extLst>
          </p:cNvPr>
          <p:cNvSpPr>
            <a:spLocks/>
          </p:cNvSpPr>
          <p:nvPr/>
        </p:nvSpPr>
        <p:spPr>
          <a:xfrm>
            <a:off x="407988" y="1557338"/>
            <a:ext cx="368458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sym typeface="Futura"/>
              </a:rPr>
              <a:t>Sample text</a:t>
            </a:r>
          </a:p>
          <a:p>
            <a:pPr>
              <a:spcAft>
                <a:spcPts val="600"/>
              </a:spcAft>
              <a:buClr>
                <a:srgbClr val="000000"/>
              </a:buClr>
            </a:pPr>
            <a:endParaRPr lang="en-US" dirty="0">
              <a:solidFill>
                <a:schemeClr val="tx1"/>
              </a:solidFill>
              <a:sym typeface="Futura"/>
            </a:endParaRPr>
          </a:p>
        </p:txBody>
      </p:sp>
      <p:sp>
        <p:nvSpPr>
          <p:cNvPr id="4" name="Rechteck 11">
            <a:extLst>
              <a:ext uri="{FF2B5EF4-FFF2-40B4-BE49-F238E27FC236}">
                <a16:creationId xmlns:a16="http://schemas.microsoft.com/office/drawing/2014/main" id="{62CAE1C4-EFFD-C56C-576D-7941705C43A3}"/>
              </a:ext>
            </a:extLst>
          </p:cNvPr>
          <p:cNvSpPr>
            <a:spLocks/>
          </p:cNvSpPr>
          <p:nvPr/>
        </p:nvSpPr>
        <p:spPr>
          <a:xfrm>
            <a:off x="4271962" y="1557338"/>
            <a:ext cx="368458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sym typeface="Futura"/>
              </a:rPr>
              <a:t>Sample text</a:t>
            </a:r>
          </a:p>
          <a:p>
            <a:pPr>
              <a:spcAft>
                <a:spcPts val="600"/>
              </a:spcAft>
              <a:buClr>
                <a:srgbClr val="000000"/>
              </a:buClr>
            </a:pPr>
            <a:endParaRPr lang="en-US" dirty="0">
              <a:solidFill>
                <a:schemeClr val="tx1"/>
              </a:solidFill>
              <a:sym typeface="Futura"/>
            </a:endParaRPr>
          </a:p>
        </p:txBody>
      </p:sp>
      <p:sp>
        <p:nvSpPr>
          <p:cNvPr id="6" name="Rechteck 12">
            <a:extLst>
              <a:ext uri="{FF2B5EF4-FFF2-40B4-BE49-F238E27FC236}">
                <a16:creationId xmlns:a16="http://schemas.microsoft.com/office/drawing/2014/main" id="{654AFD4A-ACC3-F09B-F69A-0E5A1216E067}"/>
              </a:ext>
            </a:extLst>
          </p:cNvPr>
          <p:cNvSpPr>
            <a:spLocks/>
          </p:cNvSpPr>
          <p:nvPr/>
        </p:nvSpPr>
        <p:spPr>
          <a:xfrm>
            <a:off x="4271962" y="3897338"/>
            <a:ext cx="368458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684000" bIns="3600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sym typeface="Futura"/>
              </a:rPr>
              <a:t>Sample text</a:t>
            </a:r>
          </a:p>
          <a:p>
            <a:pPr marL="0" lvl="1">
              <a:spcAft>
                <a:spcPts val="600"/>
              </a:spcAft>
              <a:buClr>
                <a:srgbClr val="000000"/>
              </a:buClr>
            </a:pPr>
            <a:r>
              <a:rPr lang="en-US" sz="1200" dirty="0">
                <a:solidFill>
                  <a:schemeClr val="tx1"/>
                </a:solidFill>
                <a:sym typeface="Futura"/>
              </a:rPr>
              <a:t>Lorem ipsum dolor </a:t>
            </a:r>
            <a:r>
              <a:rPr lang="en-US" sz="1200">
                <a:solidFill>
                  <a:schemeClr val="tx1"/>
                </a:solidFill>
                <a:sym typeface="Futura"/>
              </a:rPr>
              <a:t>sit amet, consectetuer adipiscing elit. Aenean commodo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</a:t>
            </a:r>
            <a:r>
              <a:rPr lang="en-US" sz="1200">
                <a:solidFill>
                  <a:schemeClr val="tx1"/>
                </a:solidFill>
                <a:sym typeface="Futura"/>
              </a:rPr>
              <a:t>ligula eget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dolor</a:t>
            </a:r>
            <a:r>
              <a:rPr lang="en-US" sz="1200">
                <a:solidFill>
                  <a:schemeClr val="tx1"/>
                </a:solidFill>
                <a:sym typeface="Futura"/>
              </a:rPr>
              <a:t>. Aenean massa. 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Cum </a:t>
            </a:r>
            <a:r>
              <a:rPr lang="en-US" sz="1200">
                <a:solidFill>
                  <a:schemeClr val="tx1"/>
                </a:solidFill>
                <a:sym typeface="Futura"/>
              </a:rPr>
              <a:t>sociis natoque penatibus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</a:t>
            </a:r>
            <a:r>
              <a:rPr lang="en-US" sz="1200">
                <a:solidFill>
                  <a:schemeClr val="tx1"/>
                </a:solidFill>
                <a:sym typeface="Futura"/>
              </a:rPr>
              <a:t>et magnis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dis </a:t>
            </a:r>
            <a:r>
              <a:rPr lang="en-US" sz="1200">
                <a:solidFill>
                  <a:schemeClr val="tx1"/>
                </a:solidFill>
                <a:sym typeface="Futura"/>
              </a:rPr>
              <a:t>parturient montes, nascetur ridiculus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mus. </a:t>
            </a:r>
          </a:p>
        </p:txBody>
      </p:sp>
      <p:sp>
        <p:nvSpPr>
          <p:cNvPr id="7" name="Rechteck 14">
            <a:extLst>
              <a:ext uri="{FF2B5EF4-FFF2-40B4-BE49-F238E27FC236}">
                <a16:creationId xmlns:a16="http://schemas.microsoft.com/office/drawing/2014/main" id="{875C7996-B819-8866-EA0F-27BB29B30CF3}"/>
              </a:ext>
            </a:extLst>
          </p:cNvPr>
          <p:cNvSpPr>
            <a:spLocks/>
          </p:cNvSpPr>
          <p:nvPr/>
        </p:nvSpPr>
        <p:spPr>
          <a:xfrm>
            <a:off x="8135937" y="1557338"/>
            <a:ext cx="368458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sym typeface="Futura"/>
              </a:rPr>
              <a:t>Sample text</a:t>
            </a:r>
          </a:p>
          <a:p>
            <a:pPr>
              <a:spcAft>
                <a:spcPts val="600"/>
              </a:spcAft>
              <a:buClr>
                <a:srgbClr val="000000"/>
              </a:buClr>
            </a:pPr>
            <a:endParaRPr lang="en-US" dirty="0">
              <a:solidFill>
                <a:schemeClr val="tx1"/>
              </a:solidFill>
              <a:sym typeface="Futura"/>
            </a:endParaRPr>
          </a:p>
        </p:txBody>
      </p:sp>
      <p:sp>
        <p:nvSpPr>
          <p:cNvPr id="9" name="Rechteck 15">
            <a:extLst>
              <a:ext uri="{FF2B5EF4-FFF2-40B4-BE49-F238E27FC236}">
                <a16:creationId xmlns:a16="http://schemas.microsoft.com/office/drawing/2014/main" id="{50413045-69F1-5A70-6C3F-E22E3AB9911C}"/>
              </a:ext>
            </a:extLst>
          </p:cNvPr>
          <p:cNvSpPr>
            <a:spLocks/>
          </p:cNvSpPr>
          <p:nvPr/>
        </p:nvSpPr>
        <p:spPr>
          <a:xfrm>
            <a:off x="8135937" y="3897338"/>
            <a:ext cx="368458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684000" bIns="3600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sym typeface="Futura"/>
              </a:rPr>
              <a:t>Sample text</a:t>
            </a:r>
          </a:p>
          <a:p>
            <a:pPr marL="0" lvl="1">
              <a:spcAft>
                <a:spcPts val="600"/>
              </a:spcAft>
              <a:buClr>
                <a:srgbClr val="000000"/>
              </a:buClr>
            </a:pPr>
            <a:r>
              <a:rPr lang="en-US" sz="1200" dirty="0">
                <a:solidFill>
                  <a:schemeClr val="tx1"/>
                </a:solidFill>
                <a:sym typeface="Futura"/>
              </a:rPr>
              <a:t>Lorem ipsum dolor </a:t>
            </a:r>
            <a:r>
              <a:rPr lang="en-US" sz="1200">
                <a:solidFill>
                  <a:schemeClr val="tx1"/>
                </a:solidFill>
                <a:sym typeface="Futura"/>
              </a:rPr>
              <a:t>sit amet, consectetuer adipiscing elit. Aenean commodo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</a:t>
            </a:r>
            <a:r>
              <a:rPr lang="en-US" sz="1200">
                <a:solidFill>
                  <a:schemeClr val="tx1"/>
                </a:solidFill>
                <a:sym typeface="Futura"/>
              </a:rPr>
              <a:t>ligula eget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dolor</a:t>
            </a:r>
            <a:r>
              <a:rPr lang="en-US" sz="1200">
                <a:solidFill>
                  <a:schemeClr val="tx1"/>
                </a:solidFill>
                <a:sym typeface="Futura"/>
              </a:rPr>
              <a:t>. Aenean massa. 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Cum </a:t>
            </a:r>
            <a:r>
              <a:rPr lang="en-US" sz="1200">
                <a:solidFill>
                  <a:schemeClr val="tx1"/>
                </a:solidFill>
                <a:sym typeface="Futura"/>
              </a:rPr>
              <a:t>sociis natoque penatibus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</a:t>
            </a:r>
            <a:r>
              <a:rPr lang="en-US" sz="1200">
                <a:solidFill>
                  <a:schemeClr val="tx1"/>
                </a:solidFill>
                <a:sym typeface="Futura"/>
              </a:rPr>
              <a:t>et magnis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dis </a:t>
            </a:r>
            <a:r>
              <a:rPr lang="en-US" sz="1200">
                <a:solidFill>
                  <a:schemeClr val="tx1"/>
                </a:solidFill>
                <a:sym typeface="Futura"/>
              </a:rPr>
              <a:t>parturient montes, nascetur ridiculus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mus. </a:t>
            </a:r>
          </a:p>
        </p:txBody>
      </p:sp>
      <p:grpSp>
        <p:nvGrpSpPr>
          <p:cNvPr id="11" name="Gruppieren 22">
            <a:extLst>
              <a:ext uri="{FF2B5EF4-FFF2-40B4-BE49-F238E27FC236}">
                <a16:creationId xmlns:a16="http://schemas.microsoft.com/office/drawing/2014/main" id="{64796B59-499A-875B-DBE9-A6A0BA95C8A0}"/>
              </a:ext>
            </a:extLst>
          </p:cNvPr>
          <p:cNvGrpSpPr>
            <a:grpSpLocks/>
          </p:cNvGrpSpPr>
          <p:nvPr/>
        </p:nvGrpSpPr>
        <p:grpSpPr>
          <a:xfrm>
            <a:off x="11326475" y="4032250"/>
            <a:ext cx="323900" cy="882650"/>
            <a:chOff x="11378863" y="3907808"/>
            <a:chExt cx="323900" cy="883267"/>
          </a:xfrm>
        </p:grpSpPr>
        <p:grpSp>
          <p:nvGrpSpPr>
            <p:cNvPr id="12" name="Gruppieren 21">
              <a:extLst>
                <a:ext uri="{FF2B5EF4-FFF2-40B4-BE49-F238E27FC236}">
                  <a16:creationId xmlns:a16="http://schemas.microsoft.com/office/drawing/2014/main" id="{6604B99B-1FBB-32AF-0537-BFC6EC526BD1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423026" y="3958098"/>
              <a:ext cx="235574" cy="782686"/>
              <a:chOff x="11423026" y="3957320"/>
              <a:chExt cx="235574" cy="782686"/>
            </a:xfrm>
          </p:grpSpPr>
          <p:sp>
            <p:nvSpPr>
              <p:cNvPr id="14" name="Ellipse 16">
                <a:extLst>
                  <a:ext uri="{FF2B5EF4-FFF2-40B4-BE49-F238E27FC236}">
                    <a16:creationId xmlns:a16="http://schemas.microsoft.com/office/drawing/2014/main" id="{CAA7DFFF-914E-6789-BFF1-8662AD88A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423026" y="3957320"/>
                <a:ext cx="235574" cy="235574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Ellipse 17">
                <a:extLst>
                  <a:ext uri="{FF2B5EF4-FFF2-40B4-BE49-F238E27FC236}">
                    <a16:creationId xmlns:a16="http://schemas.microsoft.com/office/drawing/2014/main" id="{979A0F6A-B7CD-5F29-A7D4-A076CA297C1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423026" y="4230876"/>
                <a:ext cx="235574" cy="235574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Ellipse 18">
                <a:extLst>
                  <a:ext uri="{FF2B5EF4-FFF2-40B4-BE49-F238E27FC236}">
                    <a16:creationId xmlns:a16="http://schemas.microsoft.com/office/drawing/2014/main" id="{67BE2870-C954-2B28-2EC8-4D610B94616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423026" y="4504432"/>
                <a:ext cx="235574" cy="235574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hteck: abgerundete Ecken 20">
              <a:extLst>
                <a:ext uri="{FF2B5EF4-FFF2-40B4-BE49-F238E27FC236}">
                  <a16:creationId xmlns:a16="http://schemas.microsoft.com/office/drawing/2014/main" id="{CB9F5517-FCB0-35C6-E427-F76370B40A75}"/>
                </a:ext>
              </a:extLst>
            </p:cNvPr>
            <p:cNvSpPr>
              <a:spLocks/>
            </p:cNvSpPr>
            <p:nvPr/>
          </p:nvSpPr>
          <p:spPr>
            <a:xfrm>
              <a:off x="11378863" y="3907808"/>
              <a:ext cx="323900" cy="88326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uppieren 23">
            <a:extLst>
              <a:ext uri="{FF2B5EF4-FFF2-40B4-BE49-F238E27FC236}">
                <a16:creationId xmlns:a16="http://schemas.microsoft.com/office/drawing/2014/main" id="{0C180049-E0F5-D200-2B9F-96EED751FD5A}"/>
              </a:ext>
            </a:extLst>
          </p:cNvPr>
          <p:cNvGrpSpPr>
            <a:grpSpLocks/>
          </p:cNvGrpSpPr>
          <p:nvPr/>
        </p:nvGrpSpPr>
        <p:grpSpPr>
          <a:xfrm>
            <a:off x="7474565" y="4032250"/>
            <a:ext cx="323900" cy="882650"/>
            <a:chOff x="11378863" y="3907808"/>
            <a:chExt cx="323900" cy="883267"/>
          </a:xfrm>
        </p:grpSpPr>
        <p:grpSp>
          <p:nvGrpSpPr>
            <p:cNvPr id="18" name="Gruppieren 24">
              <a:extLst>
                <a:ext uri="{FF2B5EF4-FFF2-40B4-BE49-F238E27FC236}">
                  <a16:creationId xmlns:a16="http://schemas.microsoft.com/office/drawing/2014/main" id="{BE2E91CB-6D93-B8FD-1974-B9F7FED77C47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423026" y="3958098"/>
              <a:ext cx="235574" cy="782686"/>
              <a:chOff x="11423026" y="3957320"/>
              <a:chExt cx="235574" cy="782686"/>
            </a:xfrm>
          </p:grpSpPr>
          <p:sp>
            <p:nvSpPr>
              <p:cNvPr id="20" name="Ellipse 26">
                <a:extLst>
                  <a:ext uri="{FF2B5EF4-FFF2-40B4-BE49-F238E27FC236}">
                    <a16:creationId xmlns:a16="http://schemas.microsoft.com/office/drawing/2014/main" id="{B4455F53-7330-0CE1-01F6-1F91468D9A2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423026" y="3957320"/>
                <a:ext cx="235574" cy="235574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Ellipse 27">
                <a:extLst>
                  <a:ext uri="{FF2B5EF4-FFF2-40B4-BE49-F238E27FC236}">
                    <a16:creationId xmlns:a16="http://schemas.microsoft.com/office/drawing/2014/main" id="{56B2919B-9870-CA1F-0C38-6E12C3DC18A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423026" y="4230876"/>
                <a:ext cx="235574" cy="235574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Ellipse 28">
                <a:extLst>
                  <a:ext uri="{FF2B5EF4-FFF2-40B4-BE49-F238E27FC236}">
                    <a16:creationId xmlns:a16="http://schemas.microsoft.com/office/drawing/2014/main" id="{E95F0B78-C10C-1821-28B5-F368F15A55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423026" y="4504432"/>
                <a:ext cx="235574" cy="235574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Rechteck: abgerundete Ecken 25">
              <a:extLst>
                <a:ext uri="{FF2B5EF4-FFF2-40B4-BE49-F238E27FC236}">
                  <a16:creationId xmlns:a16="http://schemas.microsoft.com/office/drawing/2014/main" id="{F4D273C2-E508-D334-F187-AD559D8C3FF3}"/>
                </a:ext>
              </a:extLst>
            </p:cNvPr>
            <p:cNvSpPr>
              <a:spLocks/>
            </p:cNvSpPr>
            <p:nvPr/>
          </p:nvSpPr>
          <p:spPr>
            <a:xfrm>
              <a:off x="11378863" y="3907808"/>
              <a:ext cx="323900" cy="883267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B995741-CF5D-5DE9-EEB3-1935C5A769E9}"/>
              </a:ext>
            </a:extLst>
          </p:cNvPr>
          <p:cNvGrpSpPr/>
          <p:nvPr/>
        </p:nvGrpSpPr>
        <p:grpSpPr>
          <a:xfrm>
            <a:off x="3622655" y="4032250"/>
            <a:ext cx="323900" cy="882650"/>
            <a:chOff x="3622655" y="4032250"/>
            <a:chExt cx="323900" cy="882650"/>
          </a:xfrm>
        </p:grpSpPr>
        <p:grpSp>
          <p:nvGrpSpPr>
            <p:cNvPr id="24" name="Gruppieren 30">
              <a:extLst>
                <a:ext uri="{FF2B5EF4-FFF2-40B4-BE49-F238E27FC236}">
                  <a16:creationId xmlns:a16="http://schemas.microsoft.com/office/drawing/2014/main" id="{7F4783AE-62F6-6B02-4142-E3989328BCE3}"/>
                </a:ext>
              </a:extLst>
            </p:cNvPr>
            <p:cNvGrpSpPr>
              <a:grpSpLocks/>
            </p:cNvGrpSpPr>
            <p:nvPr/>
          </p:nvGrpSpPr>
          <p:grpSpPr>
            <a:xfrm>
              <a:off x="3666818" y="4082505"/>
              <a:ext cx="235574" cy="782139"/>
              <a:chOff x="11423026" y="3957320"/>
              <a:chExt cx="235574" cy="782686"/>
            </a:xfrm>
          </p:grpSpPr>
          <p:sp>
            <p:nvSpPr>
              <p:cNvPr id="26" name="Ellipse 32">
                <a:extLst>
                  <a:ext uri="{FF2B5EF4-FFF2-40B4-BE49-F238E27FC236}">
                    <a16:creationId xmlns:a16="http://schemas.microsoft.com/office/drawing/2014/main" id="{3A507EAB-6FD7-B91A-963A-F726C1780C5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423026" y="3957320"/>
                <a:ext cx="235574" cy="235574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Ellipse 33">
                <a:extLst>
                  <a:ext uri="{FF2B5EF4-FFF2-40B4-BE49-F238E27FC236}">
                    <a16:creationId xmlns:a16="http://schemas.microsoft.com/office/drawing/2014/main" id="{A213891D-DC2F-866B-8A3C-18EAC316AEF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423026" y="4230876"/>
                <a:ext cx="235574" cy="235574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Ellipse 34">
                <a:extLst>
                  <a:ext uri="{FF2B5EF4-FFF2-40B4-BE49-F238E27FC236}">
                    <a16:creationId xmlns:a16="http://schemas.microsoft.com/office/drawing/2014/main" id="{EE6F4E71-C0E2-A285-B0A5-7E15E63339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423026" y="4504432"/>
                <a:ext cx="235574" cy="23557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hteck: abgerundete Ecken 31">
              <a:extLst>
                <a:ext uri="{FF2B5EF4-FFF2-40B4-BE49-F238E27FC236}">
                  <a16:creationId xmlns:a16="http://schemas.microsoft.com/office/drawing/2014/main" id="{9291DA1E-83B6-9119-6C33-74C2053F042D}"/>
                </a:ext>
              </a:extLst>
            </p:cNvPr>
            <p:cNvSpPr>
              <a:spLocks/>
            </p:cNvSpPr>
            <p:nvPr/>
          </p:nvSpPr>
          <p:spPr>
            <a:xfrm>
              <a:off x="3622655" y="4032250"/>
              <a:ext cx="323900" cy="882650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Rectangle 18">
            <a:extLst>
              <a:ext uri="{FF2B5EF4-FFF2-40B4-BE49-F238E27FC236}">
                <a16:creationId xmlns:a16="http://schemas.microsoft.com/office/drawing/2014/main" id="{8A6255A2-3480-D550-4E0C-C15D17E1A4FD}"/>
              </a:ext>
            </a:extLst>
          </p:cNvPr>
          <p:cNvSpPr>
            <a:spLocks/>
          </p:cNvSpPr>
          <p:nvPr/>
        </p:nvSpPr>
        <p:spPr>
          <a:xfrm>
            <a:off x="8811106" y="-805994"/>
            <a:ext cx="4575600" cy="136536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>
            <a:outerShdw blurRad="1524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b">
            <a:spAutoFit/>
          </a:bodyPr>
          <a:lstStyle/>
          <a:p>
            <a:r>
              <a:rPr lang="en-US" sz="1200" u="sng" dirty="0">
                <a:solidFill>
                  <a:schemeClr val="tx1"/>
                </a:solidFill>
              </a:rPr>
              <a:t>This slide contains </a:t>
            </a:r>
            <a:r>
              <a:rPr lang="en-US" sz="1200" b="1" u="sng" dirty="0">
                <a:solidFill>
                  <a:schemeClr val="tx1"/>
                </a:solidFill>
              </a:rPr>
              <a:t>think-cell charts</a:t>
            </a:r>
            <a:r>
              <a:rPr lang="en-US" sz="1200" u="sng" dirty="0">
                <a:solidFill>
                  <a:schemeClr val="tx1"/>
                </a:solidFill>
              </a:rPr>
              <a:t>.</a:t>
            </a: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</a:t>
            </a:r>
            <a:r>
              <a:rPr lang="en-US" sz="1200" b="1" dirty="0">
                <a:solidFill>
                  <a:schemeClr val="tx1"/>
                </a:solidFill>
              </a:rPr>
              <a:t> open a chart's internal datasheet</a:t>
            </a:r>
            <a:r>
              <a:rPr lang="en-US" sz="1200" dirty="0">
                <a:solidFill>
                  <a:schemeClr val="tx1"/>
                </a:solidFill>
              </a:rPr>
              <a:t>, double-click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any empty space in the chart.</a:t>
            </a:r>
            <a:endParaRPr lang="en-US" sz="1200" dirty="0">
              <a:solidFill>
                <a:schemeClr val="tx1"/>
              </a:solidFill>
              <a:cs typeface="Arial"/>
            </a:endParaRP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 </a:t>
            </a:r>
            <a:r>
              <a:rPr lang="en-US" sz="1200" b="1" dirty="0">
                <a:solidFill>
                  <a:schemeClr val="tx1"/>
                </a:solidFill>
              </a:rPr>
              <a:t>add annotations </a:t>
            </a:r>
            <a:r>
              <a:rPr lang="en-US" sz="1200" dirty="0">
                <a:solidFill>
                  <a:schemeClr val="tx1"/>
                </a:solidFill>
              </a:rPr>
              <a:t>(e.g., CAGR arrows, difference arrows),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right-click a chart or a chart feature to open the context menu.</a:t>
            </a:r>
            <a:endParaRPr lang="en-US" sz="1200" dirty="0">
              <a:solidFill>
                <a:schemeClr val="tx1"/>
              </a:solidFill>
              <a:cs typeface="Arial"/>
            </a:endParaRP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 </a:t>
            </a:r>
            <a:r>
              <a:rPr lang="en-US" sz="1200" b="1" dirty="0">
                <a:solidFill>
                  <a:schemeClr val="tx1"/>
                </a:solidFill>
              </a:rPr>
              <a:t>change the style and formatting</a:t>
            </a:r>
            <a:r>
              <a:rPr lang="en-US" sz="1200" dirty="0">
                <a:solidFill>
                  <a:schemeClr val="tx1"/>
                </a:solidFill>
              </a:rPr>
              <a:t> of a chart or a feature,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click the chart or feature to open the mini toolbar.</a:t>
            </a:r>
            <a:endParaRPr lang="en-US" sz="12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86" name="Rechteck 20">
            <a:extLst>
              <a:ext uri="{FF2B5EF4-FFF2-40B4-BE49-F238E27FC236}">
                <a16:creationId xmlns:a16="http://schemas.microsoft.com/office/drawing/2014/main" id="{7B8CC338-8F06-CBCE-993C-808B0A49038A}"/>
              </a:ext>
            </a:extLst>
          </p:cNvPr>
          <p:cNvSpPr>
            <a:spLocks/>
          </p:cNvSpPr>
          <p:nvPr/>
        </p:nvSpPr>
        <p:spPr>
          <a:xfrm>
            <a:off x="407988" y="3897338"/>
            <a:ext cx="368458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684000" bIns="3600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sym typeface="Futura"/>
              </a:rPr>
              <a:t>Sample text</a:t>
            </a:r>
          </a:p>
          <a:p>
            <a:pPr marL="0" lvl="1">
              <a:spcAft>
                <a:spcPts val="600"/>
              </a:spcAft>
              <a:buClr>
                <a:srgbClr val="000000"/>
              </a:buClr>
            </a:pPr>
            <a:r>
              <a:rPr lang="en-US" sz="1200" dirty="0">
                <a:solidFill>
                  <a:schemeClr val="tx1"/>
                </a:solidFill>
                <a:sym typeface="Futura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amet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,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consectetuer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adipiscing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elit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. Aenean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commodo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ligula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eget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dolor. Aenean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massa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. Cum sociis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natoque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penatibus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et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magnis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dis parturient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montes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,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nascetur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ridiculus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mus. 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AB2CADEB-BC51-550B-0B81-335C9EF100C3}"/>
              </a:ext>
            </a:extLst>
          </p:cNvPr>
          <p:cNvSpPr/>
          <p:nvPr/>
        </p:nvSpPr>
        <p:spPr>
          <a:xfrm>
            <a:off x="407988" y="6275487"/>
            <a:ext cx="8136843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Bef>
                <a:spcPct val="10000"/>
              </a:spcBef>
              <a:spcAft>
                <a:spcPts val="110"/>
              </a:spcAft>
            </a:pPr>
            <a:r>
              <a:rPr lang="en-US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dashboards, lights, overview, overviews, summary, summaries, think-cell, donut, doughnut, line, chart, bar, bars, column, columns, cluster, clustered</a:t>
            </a:r>
          </a:p>
        </p:txBody>
      </p: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23DAF633-EFC4-976E-1B7D-95484536D75E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493713" y="1771650"/>
          <a:ext cx="3506787" cy="1504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798038C-44DA-0582-2736-DF2D7D10AB9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985838" y="3094038"/>
            <a:ext cx="2921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7C493E4-86F0-44B0-92D2-7DEE240DD5F3}" type="datetime'''''''''''20''''''''''''''''''2''''''0'''''''">
              <a:rPr lang="en-US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2020</a:t>
            </a:fld>
            <a:endParaRPr lang="en-US" sz="1000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E0F98C97-615A-5481-858A-4F635E0C0A9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00263" y="3094038"/>
            <a:ext cx="2921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1C02042-89C9-4D2B-B817-E6084BB04693}" type="datetime'''2''''''''''''0''''''''''''''''''21'''''''''''''''''''''''">
              <a:rPr lang="en-US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2021</a:t>
            </a:fld>
            <a:endParaRPr lang="en-US" sz="1000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A7BE35B6-BBAE-F2ED-66E6-2F1F07F05C59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3213100" y="3094038"/>
            <a:ext cx="2921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BA42AA8-A3FD-44C4-88F3-3D5321D8F47E}" type="datetime'''''''''''''''2''0''22'''''''''''''''''">
              <a:rPr lang="en-US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2022</a:t>
            </a:fld>
            <a:endParaRPr lang="en-US" sz="1000"/>
          </a:p>
        </p:txBody>
      </p:sp>
      <p:sp>
        <p:nvSpPr>
          <p:cNvPr id="45" name="Rechteck 97">
            <a:extLst>
              <a:ext uri="{FF2B5EF4-FFF2-40B4-BE49-F238E27FC236}">
                <a16:creationId xmlns:a16="http://schemas.microsoft.com/office/drawing/2014/main" id="{227BE0DC-4B3D-7570-38DF-F4EDE1D81F15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104900" y="3451225"/>
            <a:ext cx="179388" cy="13335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hteck 98">
            <a:extLst>
              <a:ext uri="{FF2B5EF4-FFF2-40B4-BE49-F238E27FC236}">
                <a16:creationId xmlns:a16="http://schemas.microsoft.com/office/drawing/2014/main" id="{E8BF3DC8-95DE-DA45-990F-A5B3FE7C31B3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900238" y="3451225"/>
            <a:ext cx="179388" cy="13335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hteck 99">
            <a:extLst>
              <a:ext uri="{FF2B5EF4-FFF2-40B4-BE49-F238E27FC236}">
                <a16:creationId xmlns:a16="http://schemas.microsoft.com/office/drawing/2014/main" id="{8E9AB7CF-CA40-26B3-91D5-4C4421B07094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2695575" y="3451225"/>
            <a:ext cx="179388" cy="1333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AB09D680-4075-25B7-4147-8625F95BF56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1335088" y="3446463"/>
            <a:ext cx="463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52819F68-C58E-4BF0-A15E-0DF46A4C1F0E}" type="datetime'''''S''''''''''''''''''''''e''''r''''''''''ies ''''''''1'''''">
              <a:rPr lang="en-US" altLang="en-US" sz="1000" smtClean="0"/>
              <a:pPr/>
              <a:t>Series 1</a:t>
            </a:fld>
            <a:endParaRPr lang="en-US" sz="100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CFFA4DB1-DC07-A0D1-E2CE-25697A7A371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130425" y="3446463"/>
            <a:ext cx="463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07A9C01C-ADC8-4E0E-9D77-958E0284CE6E}" type="datetime'''S''''''e''''r''''i''''e''s'' ''''2'''">
              <a:rPr lang="en-US" altLang="en-US" sz="1000" smtClean="0"/>
              <a:pPr/>
              <a:t>Series 2</a:t>
            </a:fld>
            <a:endParaRPr lang="en-US" sz="1000"/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2D65A608-02CC-8D99-665A-49685EC2E3CE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2925763" y="3446463"/>
            <a:ext cx="463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DCBA2568-568C-4479-8AAD-30BE696E266C}" type="datetime'''S''e''r''''''''''ie''''''''s'''' ''''''''3'''''''''">
              <a:rPr lang="en-US" altLang="en-US" sz="1000" smtClean="0"/>
              <a:pPr/>
              <a:t>Series 3</a:t>
            </a:fld>
            <a:endParaRPr lang="en-US" sz="1000"/>
          </a:p>
        </p:txBody>
      </p:sp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88E58CB3-80F8-9940-6E42-5295B21C99F9}"/>
              </a:ext>
            </a:extLst>
          </p:cNvPr>
          <p:cNvGraphicFramePr/>
          <p:nvPr>
            <p:custDataLst>
              <p:tags r:id="rId12"/>
            </p:custDataLst>
          </p:nvPr>
        </p:nvGraphicFramePr>
        <p:xfrm>
          <a:off x="5270500" y="2016125"/>
          <a:ext cx="1689100" cy="151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4"/>
          </a:graphicData>
        </a:graphic>
      </p:graphicFrame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FFED1A16-2AC7-D266-D419-248749BBEC6C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6829425" y="2878138"/>
            <a:ext cx="463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112D5B33-4921-4B72-AE97-C562F844CDDC}" type="datetime'''''S''''e''''''''''''''''''''r''''i''''''''''''''es ''''''1'">
              <a:rPr lang="en-US" altLang="en-US" sz="1000" smtClean="0"/>
              <a:pPr/>
              <a:t>Series 1</a:t>
            </a:fld>
            <a:endParaRPr lang="en-US" sz="1000"/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DC11A91F-FFBF-72FB-6561-EE4522403E04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4960938" y="2979738"/>
            <a:ext cx="463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825E65E5-9DD0-4D44-8FD8-C9F98C137780}" type="datetime'''S''''''''er''''''''''''ie''''s'''''''''''''''''' 2'">
              <a:rPr lang="en-US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Series 2</a:t>
            </a:fld>
            <a:endParaRPr lang="en-US" sz="1000"/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527C9D0D-BBC9-266B-E802-A14D92B514AD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5273675" y="2028825"/>
            <a:ext cx="463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4235EB5A-393C-43E2-92D2-2C805304D0DD}" type="datetime'''''''''''''''''''S''''''''er''''''''ie''''''''''''s'' ''3'">
              <a:rPr lang="en-US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Series 3</a:t>
            </a:fld>
            <a:endParaRPr lang="en-US" sz="1000"/>
          </a:p>
        </p:txBody>
      </p:sp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0FB229AB-1BFF-1603-354B-00C31D485662}"/>
              </a:ext>
            </a:extLst>
          </p:cNvPr>
          <p:cNvGraphicFramePr/>
          <p:nvPr>
            <p:custDataLst>
              <p:tags r:id="rId16"/>
            </p:custDataLst>
          </p:nvPr>
        </p:nvGraphicFramePr>
        <p:xfrm>
          <a:off x="8212138" y="2016125"/>
          <a:ext cx="3506787" cy="111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CC4FC078-E670-455E-CBA0-26F877536A62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8705850" y="3094038"/>
            <a:ext cx="2921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CD596A7-745F-4003-874F-762108461588}" type="datetime'2''''''''0''''''''''''''''''''''''''2''0''''''''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2020</a:t>
            </a:fld>
            <a:endParaRPr lang="en-US" sz="1000"/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68492285-36F0-9792-880F-C66BFF595534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818688" y="3094038"/>
            <a:ext cx="2921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B25B8B0-2AC4-4B48-A386-62CE912DA19B}" type="datetime'''''''''2''''''''02''''''1''''''''''''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2021</a:t>
            </a:fld>
            <a:endParaRPr lang="en-US" sz="1000"/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87678D5A-D0B3-8E7F-B861-BDB0483538D0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10933113" y="3094038"/>
            <a:ext cx="2921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4490FDF-0DFB-460D-8B39-0D5A97FC9381}" type="datetime'''''''2''''0''''''''''2''''2''''''''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2022</a:t>
            </a:fld>
            <a:endParaRPr lang="en-US" sz="1000"/>
          </a:p>
        </p:txBody>
      </p:sp>
      <p:cxnSp>
        <p:nvCxnSpPr>
          <p:cNvPr id="73" name="Gerader Verbinder 177">
            <a:extLst>
              <a:ext uri="{FF2B5EF4-FFF2-40B4-BE49-F238E27FC236}">
                <a16:creationId xmlns:a16="http://schemas.microsoft.com/office/drawing/2014/main" id="{6AEB3664-2711-EAFB-6D33-AEEC1765BD2C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 bwMode="gray">
          <a:xfrm>
            <a:off x="8723313" y="3517900"/>
            <a:ext cx="233363" cy="0"/>
          </a:xfrm>
          <a:prstGeom prst="line">
            <a:avLst/>
          </a:prstGeom>
          <a:ln w="19050" cap="rnd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Gerader Verbinder 178">
            <a:extLst>
              <a:ext uri="{FF2B5EF4-FFF2-40B4-BE49-F238E27FC236}">
                <a16:creationId xmlns:a16="http://schemas.microsoft.com/office/drawing/2014/main" id="{80F7E11E-A0F2-B3FC-7D5E-9F7C9A65515F}"/>
              </a:ext>
            </a:extLst>
          </p:cNvPr>
          <p:cNvCxnSpPr>
            <a:cxnSpLocks/>
          </p:cNvCxnSpPr>
          <p:nvPr>
            <p:custDataLst>
              <p:tags r:id="rId21"/>
            </p:custDataLst>
          </p:nvPr>
        </p:nvCxnSpPr>
        <p:spPr bwMode="gray">
          <a:xfrm>
            <a:off x="9591675" y="3517900"/>
            <a:ext cx="233363" cy="0"/>
          </a:xfrm>
          <a:prstGeom prst="line">
            <a:avLst/>
          </a:prstGeom>
          <a:ln w="19050" cap="rnd" cmpd="sng" algn="ctr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Gerader Verbinder 179">
            <a:extLst>
              <a:ext uri="{FF2B5EF4-FFF2-40B4-BE49-F238E27FC236}">
                <a16:creationId xmlns:a16="http://schemas.microsoft.com/office/drawing/2014/main" id="{EE3692E9-F83A-8DD2-9F4E-37BEFD1123EF}"/>
              </a:ext>
            </a:extLst>
          </p:cNvPr>
          <p:cNvCxnSpPr>
            <a:cxnSpLocks/>
          </p:cNvCxnSpPr>
          <p:nvPr>
            <p:custDataLst>
              <p:tags r:id="rId22"/>
            </p:custDataLst>
          </p:nvPr>
        </p:nvCxnSpPr>
        <p:spPr bwMode="gray">
          <a:xfrm>
            <a:off x="10460038" y="3517900"/>
            <a:ext cx="233363" cy="0"/>
          </a:xfrm>
          <a:prstGeom prst="line">
            <a:avLst/>
          </a:prstGeom>
          <a:ln w="19050" cap="rnd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28C96CE6-E725-E6B9-8D0B-DD8CD813D923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8807450" y="3486150"/>
            <a:ext cx="63500" cy="63500"/>
          </a:xfrm>
          <a:prstGeom prst="ellipse">
            <a:avLst/>
          </a:prstGeom>
          <a:solidFill>
            <a:schemeClr val="accent1"/>
          </a:solidFill>
          <a:ln w="9525" cmpd="sng" algn="ctr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34D4645-EE97-A749-CE0F-791798522576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9675813" y="3486150"/>
            <a:ext cx="63500" cy="63500"/>
          </a:xfrm>
          <a:prstGeom prst="ellipse">
            <a:avLst/>
          </a:prstGeom>
          <a:solidFill>
            <a:schemeClr val="accent2"/>
          </a:solidFill>
          <a:ln w="9525" cmpd="sng" algn="ctr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D680B27-4A1D-F7DC-58D3-2DD70EE8F7D6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10544175" y="3486150"/>
            <a:ext cx="63500" cy="63500"/>
          </a:xfrm>
          <a:prstGeom prst="ellipse">
            <a:avLst/>
          </a:prstGeom>
          <a:solidFill>
            <a:schemeClr val="accent3"/>
          </a:solidFill>
          <a:ln w="9525" cmpd="sng" algn="ctr">
            <a:solidFill>
              <a:schemeClr val="accent3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CC58CA72-381B-3E0E-56D0-FB33B0B7AA7F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auto">
          <a:xfrm>
            <a:off x="9017000" y="3446463"/>
            <a:ext cx="463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E5F9716B-2567-4C66-828A-3CC4C7735C67}" type="datetime'''''''''''''''''''Ser''''i''''''e''s'''''''''''''''''''' ''1'">
              <a:rPr lang="en-US" altLang="en-US" sz="1000" smtClean="0"/>
              <a:pPr/>
              <a:t>Series 1</a:t>
            </a:fld>
            <a:endParaRPr lang="en-US" sz="1000" dirty="0"/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B951A33B-338A-C863-D7C3-78750AF9B581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auto">
          <a:xfrm>
            <a:off x="9885363" y="3446463"/>
            <a:ext cx="463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4421C733-449F-405D-BE47-EB2B5B6366E5}" type="datetime'S''''''''''''e''''''''ri''''''es'''''''' ''2'''''''''">
              <a:rPr lang="en-US" altLang="en-US" sz="1000" smtClean="0"/>
              <a:pPr/>
              <a:t>Series 2</a:t>
            </a:fld>
            <a:endParaRPr lang="en-US" sz="1000"/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31C79889-9044-3E88-BDD1-F27934CF5FB3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auto">
          <a:xfrm>
            <a:off x="10753725" y="3446463"/>
            <a:ext cx="463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2701E96D-4345-49F5-BC63-16F081A331E9}" type="datetime'''S''''''''''e''''''rie''''s'''''''''' ''''''''3'''">
              <a:rPr lang="en-US" altLang="en-US" sz="1000" smtClean="0"/>
              <a:pPr/>
              <a:t>Series 3</a:t>
            </a:fld>
            <a:endParaRPr lang="en-US" sz="1000"/>
          </a:p>
        </p:txBody>
      </p:sp>
      <p:pic>
        <p:nvPicPr>
          <p:cNvPr id="10" name="Grafik 9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7B24A9DB-3E7F-E168-4BEB-59B1471FE2D2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99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Management summary</a:t>
            </a:r>
          </a:p>
        </p:txBody>
      </p:sp>
      <p:pic>
        <p:nvPicPr>
          <p:cNvPr id="11" name="Grafik 12">
            <a:extLst>
              <a:ext uri="{FF2B5EF4-FFF2-40B4-BE49-F238E27FC236}">
                <a16:creationId xmlns:a16="http://schemas.microsoft.com/office/drawing/2014/main" id="{FC5810F7-71DC-3C91-D433-97E23BCD76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5951" y="4030373"/>
            <a:ext cx="704560" cy="704560"/>
          </a:xfrm>
          <a:prstGeom prst="rect">
            <a:avLst/>
          </a:prstGeom>
        </p:spPr>
      </p:pic>
      <p:pic>
        <p:nvPicPr>
          <p:cNvPr id="12" name="Grafik 14">
            <a:extLst>
              <a:ext uri="{FF2B5EF4-FFF2-40B4-BE49-F238E27FC236}">
                <a16:creationId xmlns:a16="http://schemas.microsoft.com/office/drawing/2014/main" id="{8D52E85E-B189-61AF-472E-2D32D39157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1976" y="4030373"/>
            <a:ext cx="704560" cy="704560"/>
          </a:xfrm>
          <a:prstGeom prst="rect">
            <a:avLst/>
          </a:prstGeom>
        </p:spPr>
      </p:pic>
      <p:pic>
        <p:nvPicPr>
          <p:cNvPr id="13" name="Grafik 18">
            <a:extLst>
              <a:ext uri="{FF2B5EF4-FFF2-40B4-BE49-F238E27FC236}">
                <a16:creationId xmlns:a16="http://schemas.microsoft.com/office/drawing/2014/main" id="{9605D600-3A1F-F813-5D9C-6295EA7BAA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98002" y="4030373"/>
            <a:ext cx="704560" cy="704560"/>
          </a:xfrm>
          <a:prstGeom prst="rect">
            <a:avLst/>
          </a:prstGeom>
        </p:spPr>
      </p:pic>
      <p:pic>
        <p:nvPicPr>
          <p:cNvPr id="14" name="Grafik 20">
            <a:extLst>
              <a:ext uri="{FF2B5EF4-FFF2-40B4-BE49-F238E27FC236}">
                <a16:creationId xmlns:a16="http://schemas.microsoft.com/office/drawing/2014/main" id="{76D518E2-18BC-1336-9FC3-17507213D24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25951" y="1743958"/>
            <a:ext cx="704560" cy="704560"/>
          </a:xfrm>
          <a:prstGeom prst="rect">
            <a:avLst/>
          </a:prstGeom>
        </p:spPr>
      </p:pic>
      <p:pic>
        <p:nvPicPr>
          <p:cNvPr id="15" name="Grafik 22">
            <a:extLst>
              <a:ext uri="{FF2B5EF4-FFF2-40B4-BE49-F238E27FC236}">
                <a16:creationId xmlns:a16="http://schemas.microsoft.com/office/drawing/2014/main" id="{CAEC1307-BF5C-B8E9-D139-8EC77869649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61976" y="1743958"/>
            <a:ext cx="704560" cy="7045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F90ADF7B-5A0A-FC0C-FCDE-63FF30578FEB}"/>
              </a:ext>
            </a:extLst>
          </p:cNvPr>
          <p:cNvSpPr>
            <a:spLocks/>
          </p:cNvSpPr>
          <p:nvPr/>
        </p:nvSpPr>
        <p:spPr>
          <a:xfrm>
            <a:off x="8135937" y="3897338"/>
            <a:ext cx="368458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900000" rIns="144000" bIns="108000" rtlCol="0" anchor="t"/>
          <a:lstStyle/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sym typeface="Futura"/>
              </a:rPr>
              <a:t>Sample text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 b="1" dirty="0">
                <a:solidFill>
                  <a:schemeClr val="accent1"/>
                </a:solidFill>
                <a:sym typeface="Futura"/>
              </a:rPr>
              <a:t>Insert your desired text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 dirty="0">
                <a:solidFill>
                  <a:schemeClr val="tx1"/>
                </a:solidFill>
                <a:sym typeface="Futura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amet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. Ut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enim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ad minim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veniam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. Quis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nostrud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exercitation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ullamco</a:t>
            </a:r>
            <a:endParaRPr lang="en-US" sz="1200" dirty="0">
              <a:solidFill>
                <a:schemeClr val="tx1"/>
              </a:solidFill>
              <a:sym typeface="Futura"/>
            </a:endParaRP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endParaRPr lang="en-US" dirty="0">
              <a:solidFill>
                <a:schemeClr val="tx1"/>
              </a:solidFill>
              <a:sym typeface="Futura"/>
            </a:endParaRPr>
          </a:p>
        </p:txBody>
      </p:sp>
      <p:sp>
        <p:nvSpPr>
          <p:cNvPr id="6" name="Rechteck 6">
            <a:extLst>
              <a:ext uri="{FF2B5EF4-FFF2-40B4-BE49-F238E27FC236}">
                <a16:creationId xmlns:a16="http://schemas.microsoft.com/office/drawing/2014/main" id="{9FE5418E-084B-3A8A-1401-31AA765F1677}"/>
              </a:ext>
            </a:extLst>
          </p:cNvPr>
          <p:cNvSpPr>
            <a:spLocks/>
          </p:cNvSpPr>
          <p:nvPr/>
        </p:nvSpPr>
        <p:spPr>
          <a:xfrm>
            <a:off x="4271962" y="3897338"/>
            <a:ext cx="368458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900000" rIns="144000" bIns="108000" rtlCol="0" anchor="t"/>
          <a:lstStyle/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sym typeface="Futura"/>
              </a:rPr>
              <a:t>Sample text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 b="1" dirty="0">
                <a:solidFill>
                  <a:schemeClr val="accent1"/>
                </a:solidFill>
                <a:sym typeface="Futura"/>
              </a:rPr>
              <a:t>Insert your desired text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 dirty="0">
                <a:solidFill>
                  <a:schemeClr val="tx1"/>
                </a:solidFill>
                <a:sym typeface="Futura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amet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. Ut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enim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ad minim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veniam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. Quis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nostrud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exercitation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ullamco</a:t>
            </a:r>
            <a:endParaRPr lang="en-US" sz="1200" dirty="0">
              <a:solidFill>
                <a:schemeClr val="tx1"/>
              </a:solidFill>
              <a:sym typeface="Futura"/>
            </a:endParaRP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endParaRPr lang="en-US" dirty="0">
              <a:solidFill>
                <a:schemeClr val="tx1"/>
              </a:solidFill>
              <a:sym typeface="Futura"/>
            </a:endParaRPr>
          </a:p>
        </p:txBody>
      </p:sp>
      <p:sp>
        <p:nvSpPr>
          <p:cNvPr id="3" name="Rechteck 4">
            <a:extLst>
              <a:ext uri="{FF2B5EF4-FFF2-40B4-BE49-F238E27FC236}">
                <a16:creationId xmlns:a16="http://schemas.microsoft.com/office/drawing/2014/main" id="{44BE4541-2948-6CFA-B33F-4A49D7295E95}"/>
              </a:ext>
            </a:extLst>
          </p:cNvPr>
          <p:cNvSpPr>
            <a:spLocks/>
          </p:cNvSpPr>
          <p:nvPr/>
        </p:nvSpPr>
        <p:spPr>
          <a:xfrm>
            <a:off x="407988" y="3897338"/>
            <a:ext cx="368458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900000" rIns="144000" bIns="108000" rtlCol="0" anchor="t"/>
          <a:lstStyle/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sym typeface="Futura"/>
              </a:rPr>
              <a:t>Sample text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 b="1" dirty="0">
                <a:solidFill>
                  <a:schemeClr val="accent1"/>
                </a:solidFill>
                <a:sym typeface="Futura"/>
              </a:rPr>
              <a:t>Insert your desired text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 dirty="0">
                <a:solidFill>
                  <a:schemeClr val="tx1"/>
                </a:solidFill>
                <a:sym typeface="Futura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amet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. Ut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enim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ad minim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veniam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. Quis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nostrud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exercitation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ullamco</a:t>
            </a:r>
            <a:endParaRPr lang="en-US" sz="1200" dirty="0">
              <a:solidFill>
                <a:schemeClr val="tx1"/>
              </a:solidFill>
              <a:sym typeface="Futura"/>
            </a:endParaRP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endParaRPr lang="en-US" dirty="0">
              <a:solidFill>
                <a:schemeClr val="tx1"/>
              </a:solidFill>
              <a:sym typeface="Futura"/>
            </a:endParaRPr>
          </a:p>
        </p:txBody>
      </p:sp>
      <p:sp>
        <p:nvSpPr>
          <p:cNvPr id="7" name="Rechteck 7">
            <a:extLst>
              <a:ext uri="{FF2B5EF4-FFF2-40B4-BE49-F238E27FC236}">
                <a16:creationId xmlns:a16="http://schemas.microsoft.com/office/drawing/2014/main" id="{90085541-30E3-5017-7DDC-F303BE35024D}"/>
              </a:ext>
            </a:extLst>
          </p:cNvPr>
          <p:cNvSpPr>
            <a:spLocks/>
          </p:cNvSpPr>
          <p:nvPr/>
        </p:nvSpPr>
        <p:spPr>
          <a:xfrm>
            <a:off x="8135937" y="1557338"/>
            <a:ext cx="368458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900000" rIns="144000" bIns="108000" rtlCol="0" anchor="t"/>
          <a:lstStyle/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sym typeface="Futura"/>
              </a:rPr>
              <a:t>Sample text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 b="1" dirty="0">
                <a:solidFill>
                  <a:schemeClr val="accent1"/>
                </a:solidFill>
                <a:sym typeface="Futura"/>
              </a:rPr>
              <a:t>Insert your desired text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 dirty="0">
                <a:solidFill>
                  <a:schemeClr val="tx1"/>
                </a:solidFill>
                <a:sym typeface="Futura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amet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. Ut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enim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ad minim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veniam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. Quis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nostrud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exercitation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ullamco</a:t>
            </a:r>
            <a:endParaRPr lang="en-US" sz="1200" dirty="0">
              <a:solidFill>
                <a:schemeClr val="tx1"/>
              </a:solidFill>
              <a:sym typeface="Futura"/>
            </a:endParaRP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endParaRPr lang="en-US" dirty="0">
              <a:solidFill>
                <a:schemeClr val="tx1"/>
              </a:solidFill>
              <a:sym typeface="Futura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C3F70125-0842-37DC-8C25-431D4056439A}"/>
              </a:ext>
            </a:extLst>
          </p:cNvPr>
          <p:cNvSpPr>
            <a:spLocks/>
          </p:cNvSpPr>
          <p:nvPr/>
        </p:nvSpPr>
        <p:spPr>
          <a:xfrm>
            <a:off x="4271962" y="1557338"/>
            <a:ext cx="368458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900000" rIns="144000" bIns="108000" rtlCol="0" anchor="t"/>
          <a:lstStyle/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sym typeface="Futura"/>
              </a:rPr>
              <a:t>Sample text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 b="1" dirty="0">
                <a:solidFill>
                  <a:schemeClr val="accent1"/>
                </a:solidFill>
                <a:sym typeface="Futura"/>
              </a:rPr>
              <a:t>Insert your desired text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 dirty="0">
                <a:solidFill>
                  <a:schemeClr val="tx1"/>
                </a:solidFill>
                <a:sym typeface="Futura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amet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. Ut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enim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ad minim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veniam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. Quis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nostrud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exercitation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ullamco</a:t>
            </a:r>
            <a:endParaRPr lang="en-US" sz="1200" dirty="0">
              <a:solidFill>
                <a:schemeClr val="tx1"/>
              </a:solidFill>
              <a:sym typeface="Futura"/>
            </a:endParaRP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endParaRPr lang="en-US" dirty="0">
              <a:solidFill>
                <a:schemeClr val="tx1"/>
              </a:solidFill>
              <a:sym typeface="Futura"/>
            </a:endParaRPr>
          </a:p>
        </p:txBody>
      </p:sp>
      <p:sp>
        <p:nvSpPr>
          <p:cNvPr id="2" name="Rechteck 3">
            <a:extLst>
              <a:ext uri="{FF2B5EF4-FFF2-40B4-BE49-F238E27FC236}">
                <a16:creationId xmlns:a16="http://schemas.microsoft.com/office/drawing/2014/main" id="{753893A9-CB04-2C1F-8002-FA887FD41065}"/>
              </a:ext>
            </a:extLst>
          </p:cNvPr>
          <p:cNvSpPr>
            <a:spLocks/>
          </p:cNvSpPr>
          <p:nvPr/>
        </p:nvSpPr>
        <p:spPr>
          <a:xfrm>
            <a:off x="407988" y="1557338"/>
            <a:ext cx="368458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900000" rIns="144000" bIns="108000" rtlCol="0" anchor="t"/>
          <a:lstStyle/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sym typeface="Futura"/>
              </a:rPr>
              <a:t>Sample text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 b="1" dirty="0">
                <a:solidFill>
                  <a:schemeClr val="accent1"/>
                </a:solidFill>
                <a:sym typeface="Futura"/>
              </a:rPr>
              <a:t>Insert your desired text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 dirty="0">
                <a:solidFill>
                  <a:schemeClr val="tx1"/>
                </a:solidFill>
                <a:sym typeface="Futura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amet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. Ut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enim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ad minim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veniam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. Quis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nostrud</a:t>
            </a:r>
            <a:r>
              <a:rPr lang="en-US" sz="1200" dirty="0">
                <a:solidFill>
                  <a:schemeClr val="tx1"/>
                </a:solidFill>
                <a:sym typeface="Futura"/>
              </a:rPr>
              <a:t> exercitation </a:t>
            </a:r>
            <a:r>
              <a:rPr lang="en-US" sz="1200" dirty="0" err="1">
                <a:solidFill>
                  <a:schemeClr val="tx1"/>
                </a:solidFill>
                <a:sym typeface="Futura"/>
              </a:rPr>
              <a:t>ullamco</a:t>
            </a:r>
            <a:endParaRPr lang="en-US" sz="1200" dirty="0">
              <a:solidFill>
                <a:schemeClr val="tx1"/>
              </a:solidFill>
              <a:sym typeface="Futura"/>
            </a:endParaRP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endParaRPr lang="en-US" dirty="0">
              <a:solidFill>
                <a:schemeClr val="tx1"/>
              </a:solidFill>
              <a:sym typeface="Futura"/>
            </a:endParaRPr>
          </a:p>
        </p:txBody>
      </p:sp>
      <p:pic>
        <p:nvPicPr>
          <p:cNvPr id="16" name="Grafik 24">
            <a:extLst>
              <a:ext uri="{FF2B5EF4-FFF2-40B4-BE49-F238E27FC236}">
                <a16:creationId xmlns:a16="http://schemas.microsoft.com/office/drawing/2014/main" id="{83980584-3676-2892-CB97-2A4AB906614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898002" y="1743958"/>
            <a:ext cx="704560" cy="704560"/>
          </a:xfrm>
          <a:prstGeom prst="rect">
            <a:avLst/>
          </a:prstGeom>
        </p:spPr>
      </p:pic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E76275-BC81-C191-D433-3796DC175511}"/>
              </a:ext>
            </a:extLst>
          </p:cNvPr>
          <p:cNvSpPr/>
          <p:nvPr/>
        </p:nvSpPr>
        <p:spPr>
          <a:xfrm>
            <a:off x="407988" y="6275487"/>
            <a:ext cx="2840521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Aft>
                <a:spcPts val="110"/>
              </a:spcAft>
            </a:pPr>
            <a:r>
              <a:rPr lang="en-US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overview, overviews, summaries, icon, icons</a:t>
            </a:r>
          </a:p>
        </p:txBody>
      </p:sp>
      <p:pic>
        <p:nvPicPr>
          <p:cNvPr id="8" name="Grafik 7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5CB49530-169A-DF5B-2813-40DCA6D7608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296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 dirty="0">
                <a:sym typeface="Futura"/>
              </a:rPr>
              <a:t>Innovative power</a:t>
            </a:r>
            <a:endParaRPr lang="en-US" dirty="0"/>
          </a:p>
        </p:txBody>
      </p:sp>
      <p:sp>
        <p:nvSpPr>
          <p:cNvPr id="27" name="Rechteck 29">
            <a:extLst>
              <a:ext uri="{FF2B5EF4-FFF2-40B4-BE49-F238E27FC236}">
                <a16:creationId xmlns:a16="http://schemas.microsoft.com/office/drawing/2014/main" id="{5C908829-7858-1B9D-32FF-DFD5FA5A8903}"/>
              </a:ext>
            </a:extLst>
          </p:cNvPr>
          <p:cNvSpPr>
            <a:spLocks/>
          </p:cNvSpPr>
          <p:nvPr/>
        </p:nvSpPr>
        <p:spPr bwMode="gray">
          <a:xfrm>
            <a:off x="8200351" y="1557338"/>
            <a:ext cx="140367" cy="4500563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srgbClr val="3C464B"/>
              </a:solidFill>
            </a:endParaRPr>
          </a:p>
        </p:txBody>
      </p:sp>
      <p:sp>
        <p:nvSpPr>
          <p:cNvPr id="28" name="Rectangle 666">
            <a:extLst>
              <a:ext uri="{FF2B5EF4-FFF2-40B4-BE49-F238E27FC236}">
                <a16:creationId xmlns:a16="http://schemas.microsoft.com/office/drawing/2014/main" id="{208CE98C-2FE9-DAE8-9638-B20A403DBA7E}"/>
              </a:ext>
            </a:extLst>
          </p:cNvPr>
          <p:cNvSpPr>
            <a:spLocks/>
          </p:cNvSpPr>
          <p:nvPr/>
        </p:nvSpPr>
        <p:spPr bwMode="gray">
          <a:xfrm>
            <a:off x="8599487" y="4123515"/>
            <a:ext cx="3221038" cy="44437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C464B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29" name="Rectangle 666">
            <a:extLst>
              <a:ext uri="{FF2B5EF4-FFF2-40B4-BE49-F238E27FC236}">
                <a16:creationId xmlns:a16="http://schemas.microsoft.com/office/drawing/2014/main" id="{44D81641-F1B7-D81B-6633-B4B30DFD3E60}"/>
              </a:ext>
            </a:extLst>
          </p:cNvPr>
          <p:cNvSpPr>
            <a:spLocks/>
          </p:cNvSpPr>
          <p:nvPr/>
        </p:nvSpPr>
        <p:spPr bwMode="gray">
          <a:xfrm>
            <a:off x="8599487" y="3448865"/>
            <a:ext cx="3221038" cy="44437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C464B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Rectangle 666">
            <a:extLst>
              <a:ext uri="{FF2B5EF4-FFF2-40B4-BE49-F238E27FC236}">
                <a16:creationId xmlns:a16="http://schemas.microsoft.com/office/drawing/2014/main" id="{851BDEFF-554A-2CFD-BCE1-5A156C38113D}"/>
              </a:ext>
            </a:extLst>
          </p:cNvPr>
          <p:cNvSpPr>
            <a:spLocks/>
          </p:cNvSpPr>
          <p:nvPr/>
        </p:nvSpPr>
        <p:spPr bwMode="gray">
          <a:xfrm>
            <a:off x="8599487" y="2774216"/>
            <a:ext cx="3221038" cy="44437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C464B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1" name="Rechteck 33">
            <a:extLst>
              <a:ext uri="{FF2B5EF4-FFF2-40B4-BE49-F238E27FC236}">
                <a16:creationId xmlns:a16="http://schemas.microsoft.com/office/drawing/2014/main" id="{D7971E82-1F41-A3C4-938D-B87CEF60A526}"/>
              </a:ext>
            </a:extLst>
          </p:cNvPr>
          <p:cNvSpPr>
            <a:spLocks/>
          </p:cNvSpPr>
          <p:nvPr/>
        </p:nvSpPr>
        <p:spPr bwMode="gray">
          <a:xfrm>
            <a:off x="8598938" y="2474271"/>
            <a:ext cx="3221587" cy="17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400" dirty="0">
                <a:solidFill>
                  <a:schemeClr val="accent1"/>
                </a:solidFill>
                <a:ea typeface="Arial Unicode MS"/>
              </a:rPr>
              <a:t>Dolor sit </a:t>
            </a:r>
            <a:r>
              <a:rPr lang="en-US" sz="1400" dirty="0" err="1">
                <a:solidFill>
                  <a:schemeClr val="accent1"/>
                </a:solidFill>
                <a:ea typeface="Arial Unicode MS"/>
              </a:rPr>
              <a:t>adipiscing</a:t>
            </a:r>
            <a:r>
              <a:rPr lang="en-US" sz="1400" dirty="0">
                <a:solidFill>
                  <a:schemeClr val="accent1"/>
                </a:solidFill>
                <a:ea typeface="Arial Unicode MS"/>
              </a:rPr>
              <a:t> </a:t>
            </a:r>
            <a:r>
              <a:rPr lang="en-US" sz="1400" dirty="0" err="1">
                <a:solidFill>
                  <a:schemeClr val="accent1"/>
                </a:solidFill>
                <a:ea typeface="Arial Unicode MS"/>
              </a:rPr>
              <a:t>elit</a:t>
            </a:r>
            <a:endParaRPr lang="en-US" sz="1100" dirty="0">
              <a:solidFill>
                <a:schemeClr val="accent1"/>
              </a:solidFill>
              <a:ea typeface="Arial Unicode MS"/>
            </a:endParaRPr>
          </a:p>
        </p:txBody>
      </p:sp>
      <p:sp>
        <p:nvSpPr>
          <p:cNvPr id="17" name="Rectangle 615">
            <a:extLst>
              <a:ext uri="{FF2B5EF4-FFF2-40B4-BE49-F238E27FC236}">
                <a16:creationId xmlns:a16="http://schemas.microsoft.com/office/drawing/2014/main" id="{301B7F5A-8342-021F-7CE1-3DCF1AE9820A}"/>
              </a:ext>
            </a:extLst>
          </p:cNvPr>
          <p:cNvSpPr>
            <a:spLocks/>
          </p:cNvSpPr>
          <p:nvPr/>
        </p:nvSpPr>
        <p:spPr bwMode="gray">
          <a:xfrm>
            <a:off x="8599487" y="5096189"/>
            <a:ext cx="3221038" cy="961149"/>
          </a:xfrm>
          <a:prstGeom prst="rect">
            <a:avLst/>
          </a:prstGeom>
          <a:noFill/>
          <a:ln w="1587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C464B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25" name="Rectangle 459">
            <a:extLst>
              <a:ext uri="{FF2B5EF4-FFF2-40B4-BE49-F238E27FC236}">
                <a16:creationId xmlns:a16="http://schemas.microsoft.com/office/drawing/2014/main" id="{7D2BF625-4ED8-D100-1915-7676BEDD505F}"/>
              </a:ext>
            </a:extLst>
          </p:cNvPr>
          <p:cNvSpPr>
            <a:spLocks/>
          </p:cNvSpPr>
          <p:nvPr/>
        </p:nvSpPr>
        <p:spPr bwMode="gray">
          <a:xfrm>
            <a:off x="8807161" y="5195369"/>
            <a:ext cx="867425" cy="623766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lang="en-US" sz="4000" b="1" dirty="0"/>
              <a:t>400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4E57DA5-FB7A-F713-E217-654648276FA1}"/>
              </a:ext>
            </a:extLst>
          </p:cNvPr>
          <p:cNvSpPr txBox="1">
            <a:spLocks/>
          </p:cNvSpPr>
          <p:nvPr/>
        </p:nvSpPr>
        <p:spPr bwMode="gray">
          <a:xfrm>
            <a:off x="9870848" y="5283396"/>
            <a:ext cx="1070806" cy="52322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2000" dirty="0">
                <a:ea typeface="Open Sans" charset="0"/>
                <a:cs typeface="Open Sans" charset="0"/>
              </a:rPr>
              <a:t>CONSET</a:t>
            </a:r>
            <a:br>
              <a:rPr lang="en-US" sz="2000" dirty="0">
                <a:ea typeface="Open Sans" charset="0"/>
                <a:cs typeface="Open Sans" charset="0"/>
              </a:rPr>
            </a:br>
            <a:r>
              <a:rPr lang="en-US" sz="2000" dirty="0">
                <a:ea typeface="Open Sans" charset="0"/>
                <a:cs typeface="Open Sans" charset="0"/>
              </a:rPr>
              <a:t>EXPERT</a:t>
            </a:r>
            <a:endParaRPr lang="en-US" sz="1800" dirty="0">
              <a:ea typeface="Open Sans" charset="0"/>
              <a:cs typeface="Open Sans" charset="0"/>
            </a:endParaRP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0CCEEB13-5A78-547F-E771-CF51CA164C20}"/>
              </a:ext>
            </a:extLst>
          </p:cNvPr>
          <p:cNvSpPr txBox="1">
            <a:spLocks/>
          </p:cNvSpPr>
          <p:nvPr/>
        </p:nvSpPr>
        <p:spPr bwMode="gray">
          <a:xfrm>
            <a:off x="8807161" y="5832002"/>
            <a:ext cx="2241660" cy="22533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buFont typeface="Arial" pitchFamily="34" charset="0"/>
              <a:buNone/>
            </a:pPr>
            <a:r>
              <a:rPr lang="en-US" sz="1700" b="1" spc="200" dirty="0">
                <a:solidFill>
                  <a:schemeClr val="accent1"/>
                </a:solidFill>
                <a:ea typeface="Open Sans" charset="0"/>
                <a:cs typeface="Open Sans" charset="0"/>
              </a:rPr>
              <a:t>********************</a:t>
            </a: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DFB1AF37-D7A6-BF79-AA96-E407B5E8F262}"/>
              </a:ext>
            </a:extLst>
          </p:cNvPr>
          <p:cNvSpPr txBox="1">
            <a:spLocks/>
          </p:cNvSpPr>
          <p:nvPr/>
        </p:nvSpPr>
        <p:spPr bwMode="gray">
          <a:xfrm>
            <a:off x="10160244" y="2948189"/>
            <a:ext cx="1133826" cy="37114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400" dirty="0">
                <a:ea typeface="Open Sans" charset="0"/>
                <a:cs typeface="Open Sans" charset="0"/>
              </a:rPr>
              <a:t>AMENSETER</a:t>
            </a:r>
            <a:br>
              <a:rPr lang="en-US" sz="1400" dirty="0">
                <a:ea typeface="Open Sans" charset="0"/>
                <a:cs typeface="Open Sans" charset="0"/>
              </a:rPr>
            </a:br>
            <a:r>
              <a:rPr lang="en-US" sz="1400" dirty="0">
                <a:ea typeface="Open Sans" charset="0"/>
                <a:cs typeface="Open Sans" charset="0"/>
              </a:rPr>
              <a:t>Dolor </a:t>
            </a:r>
            <a:r>
              <a:rPr lang="en-US" sz="1400" dirty="0" err="1">
                <a:ea typeface="Open Sans" charset="0"/>
                <a:cs typeface="Open Sans" charset="0"/>
              </a:rPr>
              <a:t>adipis</a:t>
            </a:r>
            <a:endParaRPr lang="en-US" sz="1400" dirty="0">
              <a:ea typeface="Open Sans" charset="0"/>
              <a:cs typeface="Open Sans" charset="0"/>
            </a:endParaRPr>
          </a:p>
        </p:txBody>
      </p:sp>
      <p:sp>
        <p:nvSpPr>
          <p:cNvPr id="35" name="Rectangle 459">
            <a:extLst>
              <a:ext uri="{FF2B5EF4-FFF2-40B4-BE49-F238E27FC236}">
                <a16:creationId xmlns:a16="http://schemas.microsoft.com/office/drawing/2014/main" id="{2EB2CA03-2F98-C973-39EA-7FC255C59FED}"/>
              </a:ext>
            </a:extLst>
          </p:cNvPr>
          <p:cNvSpPr>
            <a:spLocks/>
          </p:cNvSpPr>
          <p:nvPr/>
        </p:nvSpPr>
        <p:spPr bwMode="gray">
          <a:xfrm>
            <a:off x="8598823" y="2868659"/>
            <a:ext cx="1162744" cy="53020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r>
              <a:rPr lang="en-US" sz="3400" b="1" dirty="0">
                <a:ea typeface="Chronicle Display Roman" charset="0"/>
                <a:cs typeface="Chronicle Display Roman" charset="0"/>
              </a:rPr>
              <a:t>5,500</a:t>
            </a:r>
          </a:p>
        </p:txBody>
      </p:sp>
      <p:sp>
        <p:nvSpPr>
          <p:cNvPr id="36" name="Rectangle 459">
            <a:extLst>
              <a:ext uri="{FF2B5EF4-FFF2-40B4-BE49-F238E27FC236}">
                <a16:creationId xmlns:a16="http://schemas.microsoft.com/office/drawing/2014/main" id="{91E6C1F7-2673-1B9A-8C50-DAE4CAA79314}"/>
              </a:ext>
            </a:extLst>
          </p:cNvPr>
          <p:cNvSpPr>
            <a:spLocks/>
          </p:cNvSpPr>
          <p:nvPr/>
        </p:nvSpPr>
        <p:spPr bwMode="gray">
          <a:xfrm>
            <a:off x="8598823" y="4217957"/>
            <a:ext cx="1162744" cy="53020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r>
              <a:rPr lang="en-US" sz="3400" b="1" dirty="0">
                <a:ea typeface="Chronicle Display Roman" charset="0"/>
                <a:cs typeface="Chronicle Display Roman" charset="0"/>
              </a:rPr>
              <a:t>2,600</a:t>
            </a:r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9DBB3140-CAE7-AF35-C4D9-14B2124250E1}"/>
              </a:ext>
            </a:extLst>
          </p:cNvPr>
          <p:cNvSpPr txBox="1">
            <a:spLocks/>
          </p:cNvSpPr>
          <p:nvPr/>
        </p:nvSpPr>
        <p:spPr bwMode="gray">
          <a:xfrm>
            <a:off x="10160244" y="4297487"/>
            <a:ext cx="1133826" cy="37114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400" dirty="0">
                <a:ea typeface="Open Sans" charset="0"/>
                <a:cs typeface="Open Sans" charset="0"/>
              </a:rPr>
              <a:t>AMENSETER</a:t>
            </a:r>
            <a:br>
              <a:rPr lang="en-US" sz="1400" dirty="0">
                <a:ea typeface="Open Sans" charset="0"/>
                <a:cs typeface="Open Sans" charset="0"/>
              </a:rPr>
            </a:br>
            <a:r>
              <a:rPr lang="en-US" sz="1400" dirty="0">
                <a:ea typeface="Open Sans" charset="0"/>
                <a:cs typeface="Open Sans" charset="0"/>
              </a:rPr>
              <a:t>Dolor </a:t>
            </a:r>
            <a:r>
              <a:rPr lang="en-US" sz="1400" dirty="0" err="1">
                <a:ea typeface="Open Sans" charset="0"/>
                <a:cs typeface="Open Sans" charset="0"/>
              </a:rPr>
              <a:t>adipis</a:t>
            </a:r>
            <a:endParaRPr lang="en-US" sz="1400" dirty="0">
              <a:ea typeface="Open Sans" charset="0"/>
              <a:cs typeface="Open Sans" charset="0"/>
            </a:endParaRPr>
          </a:p>
        </p:txBody>
      </p:sp>
      <p:sp>
        <p:nvSpPr>
          <p:cNvPr id="38" name="Rectangle 459">
            <a:extLst>
              <a:ext uri="{FF2B5EF4-FFF2-40B4-BE49-F238E27FC236}">
                <a16:creationId xmlns:a16="http://schemas.microsoft.com/office/drawing/2014/main" id="{0C3966D1-D157-0DBC-DF85-42E472F09536}"/>
              </a:ext>
            </a:extLst>
          </p:cNvPr>
          <p:cNvSpPr>
            <a:spLocks/>
          </p:cNvSpPr>
          <p:nvPr/>
        </p:nvSpPr>
        <p:spPr bwMode="gray">
          <a:xfrm>
            <a:off x="10160244" y="3543308"/>
            <a:ext cx="1133475" cy="53020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r>
              <a:rPr lang="en-US" sz="3400" b="1" dirty="0">
                <a:ea typeface="Chronicle Display Roman" charset="0"/>
                <a:cs typeface="Chronicle Display Roman" charset="0"/>
              </a:rPr>
              <a:t>6,600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E5A5BD1F-D3E6-75D8-E862-F5BB4C8E6D51}"/>
              </a:ext>
            </a:extLst>
          </p:cNvPr>
          <p:cNvSpPr txBox="1">
            <a:spLocks/>
          </p:cNvSpPr>
          <p:nvPr/>
        </p:nvSpPr>
        <p:spPr bwMode="gray">
          <a:xfrm>
            <a:off x="8598823" y="3622839"/>
            <a:ext cx="1161403" cy="37114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400" dirty="0">
                <a:ea typeface="Open Sans" charset="0"/>
                <a:cs typeface="Open Sans" charset="0"/>
              </a:rPr>
              <a:t>AMENSETER</a:t>
            </a:r>
            <a:br>
              <a:rPr lang="en-US" sz="1400" dirty="0">
                <a:ea typeface="Open Sans" charset="0"/>
                <a:cs typeface="Open Sans" charset="0"/>
              </a:rPr>
            </a:br>
            <a:r>
              <a:rPr lang="en-US" sz="1400" dirty="0">
                <a:ea typeface="Open Sans" charset="0"/>
                <a:cs typeface="Open Sans" charset="0"/>
              </a:rPr>
              <a:t>Dolor </a:t>
            </a:r>
            <a:r>
              <a:rPr lang="en-US" sz="1400" dirty="0" err="1">
                <a:ea typeface="Open Sans" charset="0"/>
                <a:cs typeface="Open Sans" charset="0"/>
              </a:rPr>
              <a:t>adipis</a:t>
            </a:r>
            <a:endParaRPr lang="en-US" sz="1400" dirty="0">
              <a:ea typeface="Open Sans" charset="0"/>
              <a:cs typeface="Open Sans" charset="0"/>
            </a:endParaRPr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0F060800-2477-08D5-FEFD-82AF30AE29C6}"/>
              </a:ext>
            </a:extLst>
          </p:cNvPr>
          <p:cNvSpPr>
            <a:spLocks/>
          </p:cNvSpPr>
          <p:nvPr/>
        </p:nvSpPr>
        <p:spPr bwMode="gray">
          <a:xfrm>
            <a:off x="4018507" y="2568574"/>
            <a:ext cx="3923075" cy="154463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288000" tIns="216000" rIns="288000" bIns="216000" rtlCol="0" anchor="ctr"/>
          <a:lstStyle/>
          <a:p>
            <a:pPr>
              <a:defRPr/>
            </a:pPr>
            <a:r>
              <a:rPr lang="en-US" sz="4800" b="1">
                <a:ea typeface="Chronicle Display Roman" charset="0"/>
                <a:cs typeface="Chronicle Display Roman" charset="0"/>
              </a:rPr>
              <a:t>55,000</a:t>
            </a:r>
          </a:p>
          <a:p>
            <a:pPr>
              <a:defRPr/>
            </a:pPr>
            <a:r>
              <a:rPr lang="en-US" sz="2400">
                <a:ea typeface="Open Sans" charset="0"/>
                <a:cs typeface="Open Sans" charset="0"/>
              </a:rPr>
              <a:t>DOLOR PISCIN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D2C1A-3886-8DE8-C96C-F0F330692508}"/>
              </a:ext>
            </a:extLst>
          </p:cNvPr>
          <p:cNvSpPr txBox="1">
            <a:spLocks/>
          </p:cNvSpPr>
          <p:nvPr/>
        </p:nvSpPr>
        <p:spPr bwMode="gray">
          <a:xfrm>
            <a:off x="4018507" y="1557338"/>
            <a:ext cx="3922713" cy="91440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accent1"/>
                </a:solidFill>
                <a:ea typeface="Open Sans" charset="0"/>
                <a:cs typeface="Open Sans" charset="0"/>
              </a:rPr>
              <a:t>ELIT CONSET</a:t>
            </a:r>
            <a:br>
              <a:rPr lang="en-US" sz="2000" dirty="0">
                <a:solidFill>
                  <a:srgbClr val="3C464B"/>
                </a:solidFill>
                <a:ea typeface="Open Sans" charset="0"/>
                <a:cs typeface="Open Sans" charset="0"/>
              </a:rPr>
            </a:br>
            <a:r>
              <a:rPr lang="en-US" sz="2000" dirty="0">
                <a:ea typeface="Open Sans" charset="0"/>
                <a:cs typeface="Open Sans" charset="0"/>
              </a:rPr>
              <a:t>LOREM IPSUM DOLO</a:t>
            </a:r>
          </a:p>
        </p:txBody>
      </p:sp>
      <p:sp>
        <p:nvSpPr>
          <p:cNvPr id="15" name="Rectangle 511">
            <a:extLst>
              <a:ext uri="{FF2B5EF4-FFF2-40B4-BE49-F238E27FC236}">
                <a16:creationId xmlns:a16="http://schemas.microsoft.com/office/drawing/2014/main" id="{53E044B9-E726-213D-A080-415C5DC21F60}"/>
              </a:ext>
            </a:extLst>
          </p:cNvPr>
          <p:cNvSpPr>
            <a:spLocks/>
          </p:cNvSpPr>
          <p:nvPr/>
        </p:nvSpPr>
        <p:spPr bwMode="gray">
          <a:xfrm>
            <a:off x="4018507" y="5630779"/>
            <a:ext cx="3923075" cy="426559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72000" tIns="36000" rIns="72000" bIns="36000"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tx1"/>
                </a:solidFill>
                <a:ea typeface="Open Sans" charset="0"/>
                <a:cs typeface="Open Sans" charset="0"/>
              </a:rPr>
              <a:t>DOLOR SIT ADIPISCIN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84D56DB9-51CD-D589-2CBE-9ACF80C8E53C}"/>
              </a:ext>
            </a:extLst>
          </p:cNvPr>
          <p:cNvSpPr txBox="1">
            <a:spLocks/>
          </p:cNvSpPr>
          <p:nvPr/>
        </p:nvSpPr>
        <p:spPr bwMode="gray">
          <a:xfrm>
            <a:off x="4018507" y="4350548"/>
            <a:ext cx="3922713" cy="37114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400" dirty="0">
                <a:ea typeface="Open Sans" charset="0"/>
                <a:cs typeface="Open Sans" charset="0"/>
              </a:rPr>
              <a:t>DOLOR SIT PISCING CONSET</a:t>
            </a:r>
          </a:p>
          <a:p>
            <a:pPr>
              <a:lnSpc>
                <a:spcPct val="85000"/>
              </a:lnSpc>
            </a:pPr>
            <a:r>
              <a:rPr lang="en-US" sz="1400" dirty="0">
                <a:ea typeface="Open Sans" charset="0"/>
                <a:cs typeface="Open Sans" charset="0"/>
              </a:rPr>
              <a:t>Lorem ipsum dolor sit </a:t>
            </a:r>
            <a:r>
              <a:rPr lang="en-US" sz="1400" dirty="0" err="1">
                <a:ea typeface="Open Sans" charset="0"/>
                <a:cs typeface="Open Sans" charset="0"/>
              </a:rPr>
              <a:t>amet</a:t>
            </a:r>
            <a:endParaRPr lang="en-US" sz="1400" dirty="0">
              <a:ea typeface="Open Sans" charset="0"/>
              <a:cs typeface="Open Sans" charset="0"/>
            </a:endParaRPr>
          </a:p>
        </p:txBody>
      </p:sp>
      <p:sp>
        <p:nvSpPr>
          <p:cNvPr id="12" name="Rectangle 462">
            <a:extLst>
              <a:ext uri="{FF2B5EF4-FFF2-40B4-BE49-F238E27FC236}">
                <a16:creationId xmlns:a16="http://schemas.microsoft.com/office/drawing/2014/main" id="{F7F8852E-8420-55C9-0285-30030957CFCB}"/>
              </a:ext>
            </a:extLst>
          </p:cNvPr>
          <p:cNvSpPr>
            <a:spLocks/>
          </p:cNvSpPr>
          <p:nvPr/>
        </p:nvSpPr>
        <p:spPr bwMode="gray">
          <a:xfrm>
            <a:off x="4018507" y="4795544"/>
            <a:ext cx="1301139" cy="623766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lang="en-US" sz="4000" b="1" dirty="0">
                <a:ea typeface="Chronicle Display Roman" charset="0"/>
                <a:cs typeface="Chronicle Display Roman" charset="0"/>
              </a:rPr>
              <a:t>4,500</a:t>
            </a:r>
          </a:p>
        </p:txBody>
      </p:sp>
      <p:grpSp>
        <p:nvGrpSpPr>
          <p:cNvPr id="40" name="Gruppieren 42">
            <a:extLst>
              <a:ext uri="{FF2B5EF4-FFF2-40B4-BE49-F238E27FC236}">
                <a16:creationId xmlns:a16="http://schemas.microsoft.com/office/drawing/2014/main" id="{6A1E11AD-1B8E-9D0D-8619-836D0A0B9269}"/>
              </a:ext>
            </a:extLst>
          </p:cNvPr>
          <p:cNvGrpSpPr>
            <a:grpSpLocks/>
          </p:cNvGrpSpPr>
          <p:nvPr/>
        </p:nvGrpSpPr>
        <p:grpSpPr bwMode="gray">
          <a:xfrm>
            <a:off x="5642186" y="4933409"/>
            <a:ext cx="2299034" cy="348040"/>
            <a:chOff x="6044620" y="5125883"/>
            <a:chExt cx="1865980" cy="282482"/>
          </a:xfrm>
          <a:solidFill>
            <a:schemeClr val="accent6"/>
          </a:solidFill>
        </p:grpSpPr>
        <p:grpSp>
          <p:nvGrpSpPr>
            <p:cNvPr id="41" name="Gruppieren 43">
              <a:extLst>
                <a:ext uri="{FF2B5EF4-FFF2-40B4-BE49-F238E27FC236}">
                  <a16:creationId xmlns:a16="http://schemas.microsoft.com/office/drawing/2014/main" id="{59B62AD7-5083-3D2B-78B4-501FB8668402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6044620" y="5125883"/>
              <a:ext cx="261938" cy="282482"/>
              <a:chOff x="6927851" y="6351"/>
              <a:chExt cx="323850" cy="349250"/>
            </a:xfrm>
            <a:grpFill/>
          </p:grpSpPr>
          <p:sp>
            <p:nvSpPr>
              <p:cNvPr id="63" name="Freeform 301">
                <a:extLst>
                  <a:ext uri="{FF2B5EF4-FFF2-40B4-BE49-F238E27FC236}">
                    <a16:creationId xmlns:a16="http://schemas.microsoft.com/office/drawing/2014/main" id="{D31BEF6A-3030-A469-1DDC-A3F7997D9C3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27851" y="30163"/>
                <a:ext cx="323850" cy="325438"/>
              </a:xfrm>
              <a:custGeom>
                <a:avLst/>
                <a:gdLst>
                  <a:gd name="T0" fmla="*/ 108 w 216"/>
                  <a:gd name="T1" fmla="*/ 216 h 216"/>
                  <a:gd name="T2" fmla="*/ 107 w 216"/>
                  <a:gd name="T3" fmla="*/ 216 h 216"/>
                  <a:gd name="T4" fmla="*/ 3 w 216"/>
                  <a:gd name="T5" fmla="*/ 164 h 216"/>
                  <a:gd name="T6" fmla="*/ 0 w 216"/>
                  <a:gd name="T7" fmla="*/ 160 h 216"/>
                  <a:gd name="T8" fmla="*/ 0 w 216"/>
                  <a:gd name="T9" fmla="*/ 4 h 216"/>
                  <a:gd name="T10" fmla="*/ 2 w 216"/>
                  <a:gd name="T11" fmla="*/ 1 h 216"/>
                  <a:gd name="T12" fmla="*/ 6 w 216"/>
                  <a:gd name="T13" fmla="*/ 1 h 216"/>
                  <a:gd name="T14" fmla="*/ 108 w 216"/>
                  <a:gd name="T15" fmla="*/ 48 h 216"/>
                  <a:gd name="T16" fmla="*/ 211 w 216"/>
                  <a:gd name="T17" fmla="*/ 1 h 216"/>
                  <a:gd name="T18" fmla="*/ 214 w 216"/>
                  <a:gd name="T19" fmla="*/ 1 h 216"/>
                  <a:gd name="T20" fmla="*/ 216 w 216"/>
                  <a:gd name="T21" fmla="*/ 4 h 216"/>
                  <a:gd name="T22" fmla="*/ 216 w 216"/>
                  <a:gd name="T23" fmla="*/ 160 h 216"/>
                  <a:gd name="T24" fmla="*/ 214 w 216"/>
                  <a:gd name="T25" fmla="*/ 164 h 216"/>
                  <a:gd name="T26" fmla="*/ 110 w 216"/>
                  <a:gd name="T27" fmla="*/ 216 h 216"/>
                  <a:gd name="T28" fmla="*/ 108 w 216"/>
                  <a:gd name="T29" fmla="*/ 216 h 216"/>
                  <a:gd name="T30" fmla="*/ 8 w 216"/>
                  <a:gd name="T31" fmla="*/ 158 h 216"/>
                  <a:gd name="T32" fmla="*/ 108 w 216"/>
                  <a:gd name="T33" fmla="*/ 208 h 216"/>
                  <a:gd name="T34" fmla="*/ 208 w 216"/>
                  <a:gd name="T35" fmla="*/ 158 h 216"/>
                  <a:gd name="T36" fmla="*/ 208 w 216"/>
                  <a:gd name="T37" fmla="*/ 11 h 216"/>
                  <a:gd name="T38" fmla="*/ 110 w 216"/>
                  <a:gd name="T39" fmla="*/ 56 h 216"/>
                  <a:gd name="T40" fmla="*/ 107 w 216"/>
                  <a:gd name="T41" fmla="*/ 56 h 216"/>
                  <a:gd name="T42" fmla="*/ 8 w 216"/>
                  <a:gd name="T43" fmla="*/ 11 h 216"/>
                  <a:gd name="T44" fmla="*/ 8 w 216"/>
                  <a:gd name="T45" fmla="*/ 15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6" h="216">
                    <a:moveTo>
                      <a:pt x="108" y="216"/>
                    </a:moveTo>
                    <a:cubicBezTo>
                      <a:pt x="108" y="216"/>
                      <a:pt x="107" y="216"/>
                      <a:pt x="107" y="216"/>
                    </a:cubicBezTo>
                    <a:cubicBezTo>
                      <a:pt x="3" y="164"/>
                      <a:pt x="3" y="164"/>
                      <a:pt x="3" y="164"/>
                    </a:cubicBezTo>
                    <a:cubicBezTo>
                      <a:pt x="1" y="163"/>
                      <a:pt x="0" y="162"/>
                      <a:pt x="0" y="16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5" y="0"/>
                      <a:pt x="6" y="1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211" y="1"/>
                      <a:pt x="211" y="1"/>
                      <a:pt x="211" y="1"/>
                    </a:cubicBezTo>
                    <a:cubicBezTo>
                      <a:pt x="212" y="0"/>
                      <a:pt x="213" y="0"/>
                      <a:pt x="214" y="1"/>
                    </a:cubicBezTo>
                    <a:cubicBezTo>
                      <a:pt x="216" y="2"/>
                      <a:pt x="216" y="3"/>
                      <a:pt x="216" y="4"/>
                    </a:cubicBezTo>
                    <a:cubicBezTo>
                      <a:pt x="216" y="160"/>
                      <a:pt x="216" y="160"/>
                      <a:pt x="216" y="160"/>
                    </a:cubicBezTo>
                    <a:cubicBezTo>
                      <a:pt x="216" y="162"/>
                      <a:pt x="215" y="163"/>
                      <a:pt x="214" y="164"/>
                    </a:cubicBezTo>
                    <a:cubicBezTo>
                      <a:pt x="110" y="216"/>
                      <a:pt x="110" y="216"/>
                      <a:pt x="110" y="216"/>
                    </a:cubicBezTo>
                    <a:cubicBezTo>
                      <a:pt x="110" y="216"/>
                      <a:pt x="109" y="216"/>
                      <a:pt x="108" y="216"/>
                    </a:cubicBezTo>
                    <a:close/>
                    <a:moveTo>
                      <a:pt x="8" y="158"/>
                    </a:moveTo>
                    <a:cubicBezTo>
                      <a:pt x="108" y="208"/>
                      <a:pt x="108" y="208"/>
                      <a:pt x="108" y="208"/>
                    </a:cubicBezTo>
                    <a:cubicBezTo>
                      <a:pt x="208" y="158"/>
                      <a:pt x="208" y="158"/>
                      <a:pt x="208" y="158"/>
                    </a:cubicBezTo>
                    <a:cubicBezTo>
                      <a:pt x="208" y="11"/>
                      <a:pt x="208" y="11"/>
                      <a:pt x="208" y="11"/>
                    </a:cubicBezTo>
                    <a:cubicBezTo>
                      <a:pt x="110" y="56"/>
                      <a:pt x="110" y="56"/>
                      <a:pt x="110" y="56"/>
                    </a:cubicBezTo>
                    <a:cubicBezTo>
                      <a:pt x="109" y="56"/>
                      <a:pt x="108" y="56"/>
                      <a:pt x="107" y="56"/>
                    </a:cubicBezTo>
                    <a:cubicBezTo>
                      <a:pt x="8" y="11"/>
                      <a:pt x="8" y="11"/>
                      <a:pt x="8" y="11"/>
                    </a:cubicBezTo>
                    <a:lnTo>
                      <a:pt x="8" y="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4" name="Freeform 302">
                <a:extLst>
                  <a:ext uri="{FF2B5EF4-FFF2-40B4-BE49-F238E27FC236}">
                    <a16:creationId xmlns:a16="http://schemas.microsoft.com/office/drawing/2014/main" id="{F31B7AFC-0B8E-129E-5789-FBD94525F8E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64364" y="6351"/>
                <a:ext cx="254000" cy="71438"/>
              </a:xfrm>
              <a:custGeom>
                <a:avLst/>
                <a:gdLst>
                  <a:gd name="T0" fmla="*/ 84 w 169"/>
                  <a:gd name="T1" fmla="*/ 48 h 48"/>
                  <a:gd name="T2" fmla="*/ 83 w 169"/>
                  <a:gd name="T3" fmla="*/ 48 h 48"/>
                  <a:gd name="T4" fmla="*/ 3 w 169"/>
                  <a:gd name="T5" fmla="*/ 8 h 48"/>
                  <a:gd name="T6" fmla="*/ 1 w 169"/>
                  <a:gd name="T7" fmla="*/ 3 h 48"/>
                  <a:gd name="T8" fmla="*/ 6 w 169"/>
                  <a:gd name="T9" fmla="*/ 1 h 48"/>
                  <a:gd name="T10" fmla="*/ 84 w 169"/>
                  <a:gd name="T11" fmla="*/ 40 h 48"/>
                  <a:gd name="T12" fmla="*/ 163 w 169"/>
                  <a:gd name="T13" fmla="*/ 1 h 48"/>
                  <a:gd name="T14" fmla="*/ 168 w 169"/>
                  <a:gd name="T15" fmla="*/ 3 h 48"/>
                  <a:gd name="T16" fmla="*/ 166 w 169"/>
                  <a:gd name="T17" fmla="*/ 8 h 48"/>
                  <a:gd name="T18" fmla="*/ 86 w 169"/>
                  <a:gd name="T19" fmla="*/ 48 h 48"/>
                  <a:gd name="T20" fmla="*/ 84 w 169"/>
                  <a:gd name="T2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9" h="48">
                    <a:moveTo>
                      <a:pt x="84" y="48"/>
                    </a:moveTo>
                    <a:cubicBezTo>
                      <a:pt x="84" y="48"/>
                      <a:pt x="83" y="48"/>
                      <a:pt x="83" y="4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7"/>
                      <a:pt x="0" y="5"/>
                      <a:pt x="1" y="3"/>
                    </a:cubicBezTo>
                    <a:cubicBezTo>
                      <a:pt x="2" y="1"/>
                      <a:pt x="4" y="0"/>
                      <a:pt x="6" y="1"/>
                    </a:cubicBezTo>
                    <a:cubicBezTo>
                      <a:pt x="84" y="40"/>
                      <a:pt x="84" y="40"/>
                      <a:pt x="84" y="40"/>
                    </a:cubicBezTo>
                    <a:cubicBezTo>
                      <a:pt x="163" y="1"/>
                      <a:pt x="163" y="1"/>
                      <a:pt x="163" y="1"/>
                    </a:cubicBezTo>
                    <a:cubicBezTo>
                      <a:pt x="165" y="0"/>
                      <a:pt x="167" y="1"/>
                      <a:pt x="168" y="3"/>
                    </a:cubicBezTo>
                    <a:cubicBezTo>
                      <a:pt x="169" y="5"/>
                      <a:pt x="168" y="7"/>
                      <a:pt x="166" y="8"/>
                    </a:cubicBezTo>
                    <a:cubicBezTo>
                      <a:pt x="86" y="48"/>
                      <a:pt x="86" y="48"/>
                      <a:pt x="86" y="48"/>
                    </a:cubicBezTo>
                    <a:cubicBezTo>
                      <a:pt x="86" y="48"/>
                      <a:pt x="85" y="48"/>
                      <a:pt x="84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5" name="Freeform 303">
                <a:extLst>
                  <a:ext uri="{FF2B5EF4-FFF2-40B4-BE49-F238E27FC236}">
                    <a16:creationId xmlns:a16="http://schemas.microsoft.com/office/drawing/2014/main" id="{FCC507E0-3AE6-6549-4A9C-0600EAF9E662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7083426" y="101601"/>
                <a:ext cx="12700" cy="254000"/>
              </a:xfrm>
              <a:custGeom>
                <a:avLst/>
                <a:gdLst>
                  <a:gd name="T0" fmla="*/ 4 w 8"/>
                  <a:gd name="T1" fmla="*/ 168 h 168"/>
                  <a:gd name="T2" fmla="*/ 0 w 8"/>
                  <a:gd name="T3" fmla="*/ 164 h 168"/>
                  <a:gd name="T4" fmla="*/ 0 w 8"/>
                  <a:gd name="T5" fmla="*/ 4 h 168"/>
                  <a:gd name="T6" fmla="*/ 4 w 8"/>
                  <a:gd name="T7" fmla="*/ 0 h 168"/>
                  <a:gd name="T8" fmla="*/ 8 w 8"/>
                  <a:gd name="T9" fmla="*/ 4 h 168"/>
                  <a:gd name="T10" fmla="*/ 8 w 8"/>
                  <a:gd name="T11" fmla="*/ 164 h 168"/>
                  <a:gd name="T12" fmla="*/ 4 w 8"/>
                  <a:gd name="T13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8">
                    <a:moveTo>
                      <a:pt x="4" y="168"/>
                    </a:moveTo>
                    <a:cubicBezTo>
                      <a:pt x="2" y="168"/>
                      <a:pt x="0" y="167"/>
                      <a:pt x="0" y="16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8" y="2"/>
                      <a:pt x="8" y="4"/>
                    </a:cubicBezTo>
                    <a:cubicBezTo>
                      <a:pt x="8" y="164"/>
                      <a:pt x="8" y="164"/>
                      <a:pt x="8" y="164"/>
                    </a:cubicBezTo>
                    <a:cubicBezTo>
                      <a:pt x="8" y="167"/>
                      <a:pt x="7" y="168"/>
                      <a:pt x="4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2" name="Gruppieren 44">
              <a:extLst>
                <a:ext uri="{FF2B5EF4-FFF2-40B4-BE49-F238E27FC236}">
                  <a16:creationId xmlns:a16="http://schemas.microsoft.com/office/drawing/2014/main" id="{41AF63A7-9A0F-D74C-30DB-1CF49F976BA0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6365428" y="5125883"/>
              <a:ext cx="261938" cy="282482"/>
              <a:chOff x="6927851" y="6351"/>
              <a:chExt cx="323850" cy="349250"/>
            </a:xfrm>
            <a:grpFill/>
          </p:grpSpPr>
          <p:sp>
            <p:nvSpPr>
              <p:cNvPr id="60" name="Freeform 301">
                <a:extLst>
                  <a:ext uri="{FF2B5EF4-FFF2-40B4-BE49-F238E27FC236}">
                    <a16:creationId xmlns:a16="http://schemas.microsoft.com/office/drawing/2014/main" id="{CD92F4CC-72DE-34E7-030F-1CBDD791E0C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27851" y="30163"/>
                <a:ext cx="323850" cy="325438"/>
              </a:xfrm>
              <a:custGeom>
                <a:avLst/>
                <a:gdLst>
                  <a:gd name="T0" fmla="*/ 108 w 216"/>
                  <a:gd name="T1" fmla="*/ 216 h 216"/>
                  <a:gd name="T2" fmla="*/ 107 w 216"/>
                  <a:gd name="T3" fmla="*/ 216 h 216"/>
                  <a:gd name="T4" fmla="*/ 3 w 216"/>
                  <a:gd name="T5" fmla="*/ 164 h 216"/>
                  <a:gd name="T6" fmla="*/ 0 w 216"/>
                  <a:gd name="T7" fmla="*/ 160 h 216"/>
                  <a:gd name="T8" fmla="*/ 0 w 216"/>
                  <a:gd name="T9" fmla="*/ 4 h 216"/>
                  <a:gd name="T10" fmla="*/ 2 w 216"/>
                  <a:gd name="T11" fmla="*/ 1 h 216"/>
                  <a:gd name="T12" fmla="*/ 6 w 216"/>
                  <a:gd name="T13" fmla="*/ 1 h 216"/>
                  <a:gd name="T14" fmla="*/ 108 w 216"/>
                  <a:gd name="T15" fmla="*/ 48 h 216"/>
                  <a:gd name="T16" fmla="*/ 211 w 216"/>
                  <a:gd name="T17" fmla="*/ 1 h 216"/>
                  <a:gd name="T18" fmla="*/ 214 w 216"/>
                  <a:gd name="T19" fmla="*/ 1 h 216"/>
                  <a:gd name="T20" fmla="*/ 216 w 216"/>
                  <a:gd name="T21" fmla="*/ 4 h 216"/>
                  <a:gd name="T22" fmla="*/ 216 w 216"/>
                  <a:gd name="T23" fmla="*/ 160 h 216"/>
                  <a:gd name="T24" fmla="*/ 214 w 216"/>
                  <a:gd name="T25" fmla="*/ 164 h 216"/>
                  <a:gd name="T26" fmla="*/ 110 w 216"/>
                  <a:gd name="T27" fmla="*/ 216 h 216"/>
                  <a:gd name="T28" fmla="*/ 108 w 216"/>
                  <a:gd name="T29" fmla="*/ 216 h 216"/>
                  <a:gd name="T30" fmla="*/ 8 w 216"/>
                  <a:gd name="T31" fmla="*/ 158 h 216"/>
                  <a:gd name="T32" fmla="*/ 108 w 216"/>
                  <a:gd name="T33" fmla="*/ 208 h 216"/>
                  <a:gd name="T34" fmla="*/ 208 w 216"/>
                  <a:gd name="T35" fmla="*/ 158 h 216"/>
                  <a:gd name="T36" fmla="*/ 208 w 216"/>
                  <a:gd name="T37" fmla="*/ 11 h 216"/>
                  <a:gd name="T38" fmla="*/ 110 w 216"/>
                  <a:gd name="T39" fmla="*/ 56 h 216"/>
                  <a:gd name="T40" fmla="*/ 107 w 216"/>
                  <a:gd name="T41" fmla="*/ 56 h 216"/>
                  <a:gd name="T42" fmla="*/ 8 w 216"/>
                  <a:gd name="T43" fmla="*/ 11 h 216"/>
                  <a:gd name="T44" fmla="*/ 8 w 216"/>
                  <a:gd name="T45" fmla="*/ 15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6" h="216">
                    <a:moveTo>
                      <a:pt x="108" y="216"/>
                    </a:moveTo>
                    <a:cubicBezTo>
                      <a:pt x="108" y="216"/>
                      <a:pt x="107" y="216"/>
                      <a:pt x="107" y="216"/>
                    </a:cubicBezTo>
                    <a:cubicBezTo>
                      <a:pt x="3" y="164"/>
                      <a:pt x="3" y="164"/>
                      <a:pt x="3" y="164"/>
                    </a:cubicBezTo>
                    <a:cubicBezTo>
                      <a:pt x="1" y="163"/>
                      <a:pt x="0" y="162"/>
                      <a:pt x="0" y="16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5" y="0"/>
                      <a:pt x="6" y="1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211" y="1"/>
                      <a:pt x="211" y="1"/>
                      <a:pt x="211" y="1"/>
                    </a:cubicBezTo>
                    <a:cubicBezTo>
                      <a:pt x="212" y="0"/>
                      <a:pt x="213" y="0"/>
                      <a:pt x="214" y="1"/>
                    </a:cubicBezTo>
                    <a:cubicBezTo>
                      <a:pt x="216" y="2"/>
                      <a:pt x="216" y="3"/>
                      <a:pt x="216" y="4"/>
                    </a:cubicBezTo>
                    <a:cubicBezTo>
                      <a:pt x="216" y="160"/>
                      <a:pt x="216" y="160"/>
                      <a:pt x="216" y="160"/>
                    </a:cubicBezTo>
                    <a:cubicBezTo>
                      <a:pt x="216" y="162"/>
                      <a:pt x="215" y="163"/>
                      <a:pt x="214" y="164"/>
                    </a:cubicBezTo>
                    <a:cubicBezTo>
                      <a:pt x="110" y="216"/>
                      <a:pt x="110" y="216"/>
                      <a:pt x="110" y="216"/>
                    </a:cubicBezTo>
                    <a:cubicBezTo>
                      <a:pt x="110" y="216"/>
                      <a:pt x="109" y="216"/>
                      <a:pt x="108" y="216"/>
                    </a:cubicBezTo>
                    <a:close/>
                    <a:moveTo>
                      <a:pt x="8" y="158"/>
                    </a:moveTo>
                    <a:cubicBezTo>
                      <a:pt x="108" y="208"/>
                      <a:pt x="108" y="208"/>
                      <a:pt x="108" y="208"/>
                    </a:cubicBezTo>
                    <a:cubicBezTo>
                      <a:pt x="208" y="158"/>
                      <a:pt x="208" y="158"/>
                      <a:pt x="208" y="158"/>
                    </a:cubicBezTo>
                    <a:cubicBezTo>
                      <a:pt x="208" y="11"/>
                      <a:pt x="208" y="11"/>
                      <a:pt x="208" y="11"/>
                    </a:cubicBezTo>
                    <a:cubicBezTo>
                      <a:pt x="110" y="56"/>
                      <a:pt x="110" y="56"/>
                      <a:pt x="110" y="56"/>
                    </a:cubicBezTo>
                    <a:cubicBezTo>
                      <a:pt x="109" y="56"/>
                      <a:pt x="108" y="56"/>
                      <a:pt x="107" y="56"/>
                    </a:cubicBezTo>
                    <a:cubicBezTo>
                      <a:pt x="8" y="11"/>
                      <a:pt x="8" y="11"/>
                      <a:pt x="8" y="11"/>
                    </a:cubicBezTo>
                    <a:lnTo>
                      <a:pt x="8" y="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" name="Freeform 302">
                <a:extLst>
                  <a:ext uri="{FF2B5EF4-FFF2-40B4-BE49-F238E27FC236}">
                    <a16:creationId xmlns:a16="http://schemas.microsoft.com/office/drawing/2014/main" id="{499F7DAF-F0E4-E11B-AADE-75510A469E39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64364" y="6351"/>
                <a:ext cx="254000" cy="71438"/>
              </a:xfrm>
              <a:custGeom>
                <a:avLst/>
                <a:gdLst>
                  <a:gd name="T0" fmla="*/ 84 w 169"/>
                  <a:gd name="T1" fmla="*/ 48 h 48"/>
                  <a:gd name="T2" fmla="*/ 83 w 169"/>
                  <a:gd name="T3" fmla="*/ 48 h 48"/>
                  <a:gd name="T4" fmla="*/ 3 w 169"/>
                  <a:gd name="T5" fmla="*/ 8 h 48"/>
                  <a:gd name="T6" fmla="*/ 1 w 169"/>
                  <a:gd name="T7" fmla="*/ 3 h 48"/>
                  <a:gd name="T8" fmla="*/ 6 w 169"/>
                  <a:gd name="T9" fmla="*/ 1 h 48"/>
                  <a:gd name="T10" fmla="*/ 84 w 169"/>
                  <a:gd name="T11" fmla="*/ 40 h 48"/>
                  <a:gd name="T12" fmla="*/ 163 w 169"/>
                  <a:gd name="T13" fmla="*/ 1 h 48"/>
                  <a:gd name="T14" fmla="*/ 168 w 169"/>
                  <a:gd name="T15" fmla="*/ 3 h 48"/>
                  <a:gd name="T16" fmla="*/ 166 w 169"/>
                  <a:gd name="T17" fmla="*/ 8 h 48"/>
                  <a:gd name="T18" fmla="*/ 86 w 169"/>
                  <a:gd name="T19" fmla="*/ 48 h 48"/>
                  <a:gd name="T20" fmla="*/ 84 w 169"/>
                  <a:gd name="T2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9" h="48">
                    <a:moveTo>
                      <a:pt x="84" y="48"/>
                    </a:moveTo>
                    <a:cubicBezTo>
                      <a:pt x="84" y="48"/>
                      <a:pt x="83" y="48"/>
                      <a:pt x="83" y="4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7"/>
                      <a:pt x="0" y="5"/>
                      <a:pt x="1" y="3"/>
                    </a:cubicBezTo>
                    <a:cubicBezTo>
                      <a:pt x="2" y="1"/>
                      <a:pt x="4" y="0"/>
                      <a:pt x="6" y="1"/>
                    </a:cubicBezTo>
                    <a:cubicBezTo>
                      <a:pt x="84" y="40"/>
                      <a:pt x="84" y="40"/>
                      <a:pt x="84" y="40"/>
                    </a:cubicBezTo>
                    <a:cubicBezTo>
                      <a:pt x="163" y="1"/>
                      <a:pt x="163" y="1"/>
                      <a:pt x="163" y="1"/>
                    </a:cubicBezTo>
                    <a:cubicBezTo>
                      <a:pt x="165" y="0"/>
                      <a:pt x="167" y="1"/>
                      <a:pt x="168" y="3"/>
                    </a:cubicBezTo>
                    <a:cubicBezTo>
                      <a:pt x="169" y="5"/>
                      <a:pt x="168" y="7"/>
                      <a:pt x="166" y="8"/>
                    </a:cubicBezTo>
                    <a:cubicBezTo>
                      <a:pt x="86" y="48"/>
                      <a:pt x="86" y="48"/>
                      <a:pt x="86" y="48"/>
                    </a:cubicBezTo>
                    <a:cubicBezTo>
                      <a:pt x="86" y="48"/>
                      <a:pt x="85" y="48"/>
                      <a:pt x="84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" name="Freeform 303">
                <a:extLst>
                  <a:ext uri="{FF2B5EF4-FFF2-40B4-BE49-F238E27FC236}">
                    <a16:creationId xmlns:a16="http://schemas.microsoft.com/office/drawing/2014/main" id="{5B4D5BAE-FF5D-9B39-FB72-D0CCFF783E80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7083426" y="101601"/>
                <a:ext cx="12700" cy="254000"/>
              </a:xfrm>
              <a:custGeom>
                <a:avLst/>
                <a:gdLst>
                  <a:gd name="T0" fmla="*/ 4 w 8"/>
                  <a:gd name="T1" fmla="*/ 168 h 168"/>
                  <a:gd name="T2" fmla="*/ 0 w 8"/>
                  <a:gd name="T3" fmla="*/ 164 h 168"/>
                  <a:gd name="T4" fmla="*/ 0 w 8"/>
                  <a:gd name="T5" fmla="*/ 4 h 168"/>
                  <a:gd name="T6" fmla="*/ 4 w 8"/>
                  <a:gd name="T7" fmla="*/ 0 h 168"/>
                  <a:gd name="T8" fmla="*/ 8 w 8"/>
                  <a:gd name="T9" fmla="*/ 4 h 168"/>
                  <a:gd name="T10" fmla="*/ 8 w 8"/>
                  <a:gd name="T11" fmla="*/ 164 h 168"/>
                  <a:gd name="T12" fmla="*/ 4 w 8"/>
                  <a:gd name="T13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8">
                    <a:moveTo>
                      <a:pt x="4" y="168"/>
                    </a:moveTo>
                    <a:cubicBezTo>
                      <a:pt x="2" y="168"/>
                      <a:pt x="0" y="167"/>
                      <a:pt x="0" y="16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8" y="2"/>
                      <a:pt x="8" y="4"/>
                    </a:cubicBezTo>
                    <a:cubicBezTo>
                      <a:pt x="8" y="164"/>
                      <a:pt x="8" y="164"/>
                      <a:pt x="8" y="164"/>
                    </a:cubicBezTo>
                    <a:cubicBezTo>
                      <a:pt x="8" y="167"/>
                      <a:pt x="7" y="168"/>
                      <a:pt x="4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3" name="Gruppieren 45">
              <a:extLst>
                <a:ext uri="{FF2B5EF4-FFF2-40B4-BE49-F238E27FC236}">
                  <a16:creationId xmlns:a16="http://schemas.microsoft.com/office/drawing/2014/main" id="{6C32A05E-48B4-B9D9-DE20-912BD367DC0C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6686236" y="5125883"/>
              <a:ext cx="261938" cy="282482"/>
              <a:chOff x="6927851" y="6351"/>
              <a:chExt cx="323850" cy="349250"/>
            </a:xfrm>
            <a:grpFill/>
          </p:grpSpPr>
          <p:sp>
            <p:nvSpPr>
              <p:cNvPr id="57" name="Freeform 301">
                <a:extLst>
                  <a:ext uri="{FF2B5EF4-FFF2-40B4-BE49-F238E27FC236}">
                    <a16:creationId xmlns:a16="http://schemas.microsoft.com/office/drawing/2014/main" id="{D99972DC-8066-F360-E402-23887A3307E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27851" y="30163"/>
                <a:ext cx="323850" cy="325438"/>
              </a:xfrm>
              <a:custGeom>
                <a:avLst/>
                <a:gdLst>
                  <a:gd name="T0" fmla="*/ 108 w 216"/>
                  <a:gd name="T1" fmla="*/ 216 h 216"/>
                  <a:gd name="T2" fmla="*/ 107 w 216"/>
                  <a:gd name="T3" fmla="*/ 216 h 216"/>
                  <a:gd name="T4" fmla="*/ 3 w 216"/>
                  <a:gd name="T5" fmla="*/ 164 h 216"/>
                  <a:gd name="T6" fmla="*/ 0 w 216"/>
                  <a:gd name="T7" fmla="*/ 160 h 216"/>
                  <a:gd name="T8" fmla="*/ 0 w 216"/>
                  <a:gd name="T9" fmla="*/ 4 h 216"/>
                  <a:gd name="T10" fmla="*/ 2 w 216"/>
                  <a:gd name="T11" fmla="*/ 1 h 216"/>
                  <a:gd name="T12" fmla="*/ 6 w 216"/>
                  <a:gd name="T13" fmla="*/ 1 h 216"/>
                  <a:gd name="T14" fmla="*/ 108 w 216"/>
                  <a:gd name="T15" fmla="*/ 48 h 216"/>
                  <a:gd name="T16" fmla="*/ 211 w 216"/>
                  <a:gd name="T17" fmla="*/ 1 h 216"/>
                  <a:gd name="T18" fmla="*/ 214 w 216"/>
                  <a:gd name="T19" fmla="*/ 1 h 216"/>
                  <a:gd name="T20" fmla="*/ 216 w 216"/>
                  <a:gd name="T21" fmla="*/ 4 h 216"/>
                  <a:gd name="T22" fmla="*/ 216 w 216"/>
                  <a:gd name="T23" fmla="*/ 160 h 216"/>
                  <a:gd name="T24" fmla="*/ 214 w 216"/>
                  <a:gd name="T25" fmla="*/ 164 h 216"/>
                  <a:gd name="T26" fmla="*/ 110 w 216"/>
                  <a:gd name="T27" fmla="*/ 216 h 216"/>
                  <a:gd name="T28" fmla="*/ 108 w 216"/>
                  <a:gd name="T29" fmla="*/ 216 h 216"/>
                  <a:gd name="T30" fmla="*/ 8 w 216"/>
                  <a:gd name="T31" fmla="*/ 158 h 216"/>
                  <a:gd name="T32" fmla="*/ 108 w 216"/>
                  <a:gd name="T33" fmla="*/ 208 h 216"/>
                  <a:gd name="T34" fmla="*/ 208 w 216"/>
                  <a:gd name="T35" fmla="*/ 158 h 216"/>
                  <a:gd name="T36" fmla="*/ 208 w 216"/>
                  <a:gd name="T37" fmla="*/ 11 h 216"/>
                  <a:gd name="T38" fmla="*/ 110 w 216"/>
                  <a:gd name="T39" fmla="*/ 56 h 216"/>
                  <a:gd name="T40" fmla="*/ 107 w 216"/>
                  <a:gd name="T41" fmla="*/ 56 h 216"/>
                  <a:gd name="T42" fmla="*/ 8 w 216"/>
                  <a:gd name="T43" fmla="*/ 11 h 216"/>
                  <a:gd name="T44" fmla="*/ 8 w 216"/>
                  <a:gd name="T45" fmla="*/ 15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6" h="216">
                    <a:moveTo>
                      <a:pt x="108" y="216"/>
                    </a:moveTo>
                    <a:cubicBezTo>
                      <a:pt x="108" y="216"/>
                      <a:pt x="107" y="216"/>
                      <a:pt x="107" y="216"/>
                    </a:cubicBezTo>
                    <a:cubicBezTo>
                      <a:pt x="3" y="164"/>
                      <a:pt x="3" y="164"/>
                      <a:pt x="3" y="164"/>
                    </a:cubicBezTo>
                    <a:cubicBezTo>
                      <a:pt x="1" y="163"/>
                      <a:pt x="0" y="162"/>
                      <a:pt x="0" y="16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5" y="0"/>
                      <a:pt x="6" y="1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211" y="1"/>
                      <a:pt x="211" y="1"/>
                      <a:pt x="211" y="1"/>
                    </a:cubicBezTo>
                    <a:cubicBezTo>
                      <a:pt x="212" y="0"/>
                      <a:pt x="213" y="0"/>
                      <a:pt x="214" y="1"/>
                    </a:cubicBezTo>
                    <a:cubicBezTo>
                      <a:pt x="216" y="2"/>
                      <a:pt x="216" y="3"/>
                      <a:pt x="216" y="4"/>
                    </a:cubicBezTo>
                    <a:cubicBezTo>
                      <a:pt x="216" y="160"/>
                      <a:pt x="216" y="160"/>
                      <a:pt x="216" y="160"/>
                    </a:cubicBezTo>
                    <a:cubicBezTo>
                      <a:pt x="216" y="162"/>
                      <a:pt x="215" y="163"/>
                      <a:pt x="214" y="164"/>
                    </a:cubicBezTo>
                    <a:cubicBezTo>
                      <a:pt x="110" y="216"/>
                      <a:pt x="110" y="216"/>
                      <a:pt x="110" y="216"/>
                    </a:cubicBezTo>
                    <a:cubicBezTo>
                      <a:pt x="110" y="216"/>
                      <a:pt x="109" y="216"/>
                      <a:pt x="108" y="216"/>
                    </a:cubicBezTo>
                    <a:close/>
                    <a:moveTo>
                      <a:pt x="8" y="158"/>
                    </a:moveTo>
                    <a:cubicBezTo>
                      <a:pt x="108" y="208"/>
                      <a:pt x="108" y="208"/>
                      <a:pt x="108" y="208"/>
                    </a:cubicBezTo>
                    <a:cubicBezTo>
                      <a:pt x="208" y="158"/>
                      <a:pt x="208" y="158"/>
                      <a:pt x="208" y="158"/>
                    </a:cubicBezTo>
                    <a:cubicBezTo>
                      <a:pt x="208" y="11"/>
                      <a:pt x="208" y="11"/>
                      <a:pt x="208" y="11"/>
                    </a:cubicBezTo>
                    <a:cubicBezTo>
                      <a:pt x="110" y="56"/>
                      <a:pt x="110" y="56"/>
                      <a:pt x="110" y="56"/>
                    </a:cubicBezTo>
                    <a:cubicBezTo>
                      <a:pt x="109" y="56"/>
                      <a:pt x="108" y="56"/>
                      <a:pt x="107" y="56"/>
                    </a:cubicBezTo>
                    <a:cubicBezTo>
                      <a:pt x="8" y="11"/>
                      <a:pt x="8" y="11"/>
                      <a:pt x="8" y="11"/>
                    </a:cubicBezTo>
                    <a:lnTo>
                      <a:pt x="8" y="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8" name="Freeform 302">
                <a:extLst>
                  <a:ext uri="{FF2B5EF4-FFF2-40B4-BE49-F238E27FC236}">
                    <a16:creationId xmlns:a16="http://schemas.microsoft.com/office/drawing/2014/main" id="{4FE767E7-37B2-3405-425C-210204FDB6E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64364" y="6351"/>
                <a:ext cx="254000" cy="71438"/>
              </a:xfrm>
              <a:custGeom>
                <a:avLst/>
                <a:gdLst>
                  <a:gd name="T0" fmla="*/ 84 w 169"/>
                  <a:gd name="T1" fmla="*/ 48 h 48"/>
                  <a:gd name="T2" fmla="*/ 83 w 169"/>
                  <a:gd name="T3" fmla="*/ 48 h 48"/>
                  <a:gd name="T4" fmla="*/ 3 w 169"/>
                  <a:gd name="T5" fmla="*/ 8 h 48"/>
                  <a:gd name="T6" fmla="*/ 1 w 169"/>
                  <a:gd name="T7" fmla="*/ 3 h 48"/>
                  <a:gd name="T8" fmla="*/ 6 w 169"/>
                  <a:gd name="T9" fmla="*/ 1 h 48"/>
                  <a:gd name="T10" fmla="*/ 84 w 169"/>
                  <a:gd name="T11" fmla="*/ 40 h 48"/>
                  <a:gd name="T12" fmla="*/ 163 w 169"/>
                  <a:gd name="T13" fmla="*/ 1 h 48"/>
                  <a:gd name="T14" fmla="*/ 168 w 169"/>
                  <a:gd name="T15" fmla="*/ 3 h 48"/>
                  <a:gd name="T16" fmla="*/ 166 w 169"/>
                  <a:gd name="T17" fmla="*/ 8 h 48"/>
                  <a:gd name="T18" fmla="*/ 86 w 169"/>
                  <a:gd name="T19" fmla="*/ 48 h 48"/>
                  <a:gd name="T20" fmla="*/ 84 w 169"/>
                  <a:gd name="T2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9" h="48">
                    <a:moveTo>
                      <a:pt x="84" y="48"/>
                    </a:moveTo>
                    <a:cubicBezTo>
                      <a:pt x="84" y="48"/>
                      <a:pt x="83" y="48"/>
                      <a:pt x="83" y="4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7"/>
                      <a:pt x="0" y="5"/>
                      <a:pt x="1" y="3"/>
                    </a:cubicBezTo>
                    <a:cubicBezTo>
                      <a:pt x="2" y="1"/>
                      <a:pt x="4" y="0"/>
                      <a:pt x="6" y="1"/>
                    </a:cubicBezTo>
                    <a:cubicBezTo>
                      <a:pt x="84" y="40"/>
                      <a:pt x="84" y="40"/>
                      <a:pt x="84" y="40"/>
                    </a:cubicBezTo>
                    <a:cubicBezTo>
                      <a:pt x="163" y="1"/>
                      <a:pt x="163" y="1"/>
                      <a:pt x="163" y="1"/>
                    </a:cubicBezTo>
                    <a:cubicBezTo>
                      <a:pt x="165" y="0"/>
                      <a:pt x="167" y="1"/>
                      <a:pt x="168" y="3"/>
                    </a:cubicBezTo>
                    <a:cubicBezTo>
                      <a:pt x="169" y="5"/>
                      <a:pt x="168" y="7"/>
                      <a:pt x="166" y="8"/>
                    </a:cubicBezTo>
                    <a:cubicBezTo>
                      <a:pt x="86" y="48"/>
                      <a:pt x="86" y="48"/>
                      <a:pt x="86" y="48"/>
                    </a:cubicBezTo>
                    <a:cubicBezTo>
                      <a:pt x="86" y="48"/>
                      <a:pt x="85" y="48"/>
                      <a:pt x="84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9" name="Freeform 303">
                <a:extLst>
                  <a:ext uri="{FF2B5EF4-FFF2-40B4-BE49-F238E27FC236}">
                    <a16:creationId xmlns:a16="http://schemas.microsoft.com/office/drawing/2014/main" id="{A82E0D63-9160-E503-6DB2-99FD434587EC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7083426" y="101601"/>
                <a:ext cx="12700" cy="254000"/>
              </a:xfrm>
              <a:custGeom>
                <a:avLst/>
                <a:gdLst>
                  <a:gd name="T0" fmla="*/ 4 w 8"/>
                  <a:gd name="T1" fmla="*/ 168 h 168"/>
                  <a:gd name="T2" fmla="*/ 0 w 8"/>
                  <a:gd name="T3" fmla="*/ 164 h 168"/>
                  <a:gd name="T4" fmla="*/ 0 w 8"/>
                  <a:gd name="T5" fmla="*/ 4 h 168"/>
                  <a:gd name="T6" fmla="*/ 4 w 8"/>
                  <a:gd name="T7" fmla="*/ 0 h 168"/>
                  <a:gd name="T8" fmla="*/ 8 w 8"/>
                  <a:gd name="T9" fmla="*/ 4 h 168"/>
                  <a:gd name="T10" fmla="*/ 8 w 8"/>
                  <a:gd name="T11" fmla="*/ 164 h 168"/>
                  <a:gd name="T12" fmla="*/ 4 w 8"/>
                  <a:gd name="T13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8">
                    <a:moveTo>
                      <a:pt x="4" y="168"/>
                    </a:moveTo>
                    <a:cubicBezTo>
                      <a:pt x="2" y="168"/>
                      <a:pt x="0" y="167"/>
                      <a:pt x="0" y="16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8" y="2"/>
                      <a:pt x="8" y="4"/>
                    </a:cubicBezTo>
                    <a:cubicBezTo>
                      <a:pt x="8" y="164"/>
                      <a:pt x="8" y="164"/>
                      <a:pt x="8" y="164"/>
                    </a:cubicBezTo>
                    <a:cubicBezTo>
                      <a:pt x="8" y="167"/>
                      <a:pt x="7" y="168"/>
                      <a:pt x="4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5" name="Gruppieren 46">
              <a:extLst>
                <a:ext uri="{FF2B5EF4-FFF2-40B4-BE49-F238E27FC236}">
                  <a16:creationId xmlns:a16="http://schemas.microsoft.com/office/drawing/2014/main" id="{9BDF9539-D130-7564-6052-298074834FE6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007044" y="5125883"/>
              <a:ext cx="261938" cy="282482"/>
              <a:chOff x="6927851" y="6351"/>
              <a:chExt cx="323850" cy="349250"/>
            </a:xfrm>
            <a:grpFill/>
          </p:grpSpPr>
          <p:sp>
            <p:nvSpPr>
              <p:cNvPr id="54" name="Freeform 301">
                <a:extLst>
                  <a:ext uri="{FF2B5EF4-FFF2-40B4-BE49-F238E27FC236}">
                    <a16:creationId xmlns:a16="http://schemas.microsoft.com/office/drawing/2014/main" id="{399B5274-2498-3288-3C76-923F680A7E5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27851" y="30163"/>
                <a:ext cx="323850" cy="325438"/>
              </a:xfrm>
              <a:custGeom>
                <a:avLst/>
                <a:gdLst>
                  <a:gd name="T0" fmla="*/ 108 w 216"/>
                  <a:gd name="T1" fmla="*/ 216 h 216"/>
                  <a:gd name="T2" fmla="*/ 107 w 216"/>
                  <a:gd name="T3" fmla="*/ 216 h 216"/>
                  <a:gd name="T4" fmla="*/ 3 w 216"/>
                  <a:gd name="T5" fmla="*/ 164 h 216"/>
                  <a:gd name="T6" fmla="*/ 0 w 216"/>
                  <a:gd name="T7" fmla="*/ 160 h 216"/>
                  <a:gd name="T8" fmla="*/ 0 w 216"/>
                  <a:gd name="T9" fmla="*/ 4 h 216"/>
                  <a:gd name="T10" fmla="*/ 2 w 216"/>
                  <a:gd name="T11" fmla="*/ 1 h 216"/>
                  <a:gd name="T12" fmla="*/ 6 w 216"/>
                  <a:gd name="T13" fmla="*/ 1 h 216"/>
                  <a:gd name="T14" fmla="*/ 108 w 216"/>
                  <a:gd name="T15" fmla="*/ 48 h 216"/>
                  <a:gd name="T16" fmla="*/ 211 w 216"/>
                  <a:gd name="T17" fmla="*/ 1 h 216"/>
                  <a:gd name="T18" fmla="*/ 214 w 216"/>
                  <a:gd name="T19" fmla="*/ 1 h 216"/>
                  <a:gd name="T20" fmla="*/ 216 w 216"/>
                  <a:gd name="T21" fmla="*/ 4 h 216"/>
                  <a:gd name="T22" fmla="*/ 216 w 216"/>
                  <a:gd name="T23" fmla="*/ 160 h 216"/>
                  <a:gd name="T24" fmla="*/ 214 w 216"/>
                  <a:gd name="T25" fmla="*/ 164 h 216"/>
                  <a:gd name="T26" fmla="*/ 110 w 216"/>
                  <a:gd name="T27" fmla="*/ 216 h 216"/>
                  <a:gd name="T28" fmla="*/ 108 w 216"/>
                  <a:gd name="T29" fmla="*/ 216 h 216"/>
                  <a:gd name="T30" fmla="*/ 8 w 216"/>
                  <a:gd name="T31" fmla="*/ 158 h 216"/>
                  <a:gd name="T32" fmla="*/ 108 w 216"/>
                  <a:gd name="T33" fmla="*/ 208 h 216"/>
                  <a:gd name="T34" fmla="*/ 208 w 216"/>
                  <a:gd name="T35" fmla="*/ 158 h 216"/>
                  <a:gd name="T36" fmla="*/ 208 w 216"/>
                  <a:gd name="T37" fmla="*/ 11 h 216"/>
                  <a:gd name="T38" fmla="*/ 110 w 216"/>
                  <a:gd name="T39" fmla="*/ 56 h 216"/>
                  <a:gd name="T40" fmla="*/ 107 w 216"/>
                  <a:gd name="T41" fmla="*/ 56 h 216"/>
                  <a:gd name="T42" fmla="*/ 8 w 216"/>
                  <a:gd name="T43" fmla="*/ 11 h 216"/>
                  <a:gd name="T44" fmla="*/ 8 w 216"/>
                  <a:gd name="T45" fmla="*/ 15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6" h="216">
                    <a:moveTo>
                      <a:pt x="108" y="216"/>
                    </a:moveTo>
                    <a:cubicBezTo>
                      <a:pt x="108" y="216"/>
                      <a:pt x="107" y="216"/>
                      <a:pt x="107" y="216"/>
                    </a:cubicBezTo>
                    <a:cubicBezTo>
                      <a:pt x="3" y="164"/>
                      <a:pt x="3" y="164"/>
                      <a:pt x="3" y="164"/>
                    </a:cubicBezTo>
                    <a:cubicBezTo>
                      <a:pt x="1" y="163"/>
                      <a:pt x="0" y="162"/>
                      <a:pt x="0" y="16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5" y="0"/>
                      <a:pt x="6" y="1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211" y="1"/>
                      <a:pt x="211" y="1"/>
                      <a:pt x="211" y="1"/>
                    </a:cubicBezTo>
                    <a:cubicBezTo>
                      <a:pt x="212" y="0"/>
                      <a:pt x="213" y="0"/>
                      <a:pt x="214" y="1"/>
                    </a:cubicBezTo>
                    <a:cubicBezTo>
                      <a:pt x="216" y="2"/>
                      <a:pt x="216" y="3"/>
                      <a:pt x="216" y="4"/>
                    </a:cubicBezTo>
                    <a:cubicBezTo>
                      <a:pt x="216" y="160"/>
                      <a:pt x="216" y="160"/>
                      <a:pt x="216" y="160"/>
                    </a:cubicBezTo>
                    <a:cubicBezTo>
                      <a:pt x="216" y="162"/>
                      <a:pt x="215" y="163"/>
                      <a:pt x="214" y="164"/>
                    </a:cubicBezTo>
                    <a:cubicBezTo>
                      <a:pt x="110" y="216"/>
                      <a:pt x="110" y="216"/>
                      <a:pt x="110" y="216"/>
                    </a:cubicBezTo>
                    <a:cubicBezTo>
                      <a:pt x="110" y="216"/>
                      <a:pt x="109" y="216"/>
                      <a:pt x="108" y="216"/>
                    </a:cubicBezTo>
                    <a:close/>
                    <a:moveTo>
                      <a:pt x="8" y="158"/>
                    </a:moveTo>
                    <a:cubicBezTo>
                      <a:pt x="108" y="208"/>
                      <a:pt x="108" y="208"/>
                      <a:pt x="108" y="208"/>
                    </a:cubicBezTo>
                    <a:cubicBezTo>
                      <a:pt x="208" y="158"/>
                      <a:pt x="208" y="158"/>
                      <a:pt x="208" y="158"/>
                    </a:cubicBezTo>
                    <a:cubicBezTo>
                      <a:pt x="208" y="11"/>
                      <a:pt x="208" y="11"/>
                      <a:pt x="208" y="11"/>
                    </a:cubicBezTo>
                    <a:cubicBezTo>
                      <a:pt x="110" y="56"/>
                      <a:pt x="110" y="56"/>
                      <a:pt x="110" y="56"/>
                    </a:cubicBezTo>
                    <a:cubicBezTo>
                      <a:pt x="109" y="56"/>
                      <a:pt x="108" y="56"/>
                      <a:pt x="107" y="56"/>
                    </a:cubicBezTo>
                    <a:cubicBezTo>
                      <a:pt x="8" y="11"/>
                      <a:pt x="8" y="11"/>
                      <a:pt x="8" y="11"/>
                    </a:cubicBezTo>
                    <a:lnTo>
                      <a:pt x="8" y="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Freeform 302">
                <a:extLst>
                  <a:ext uri="{FF2B5EF4-FFF2-40B4-BE49-F238E27FC236}">
                    <a16:creationId xmlns:a16="http://schemas.microsoft.com/office/drawing/2014/main" id="{C0BE3084-9F32-27E9-352A-CFA95D2BA290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64364" y="6351"/>
                <a:ext cx="254000" cy="71438"/>
              </a:xfrm>
              <a:custGeom>
                <a:avLst/>
                <a:gdLst>
                  <a:gd name="T0" fmla="*/ 84 w 169"/>
                  <a:gd name="T1" fmla="*/ 48 h 48"/>
                  <a:gd name="T2" fmla="*/ 83 w 169"/>
                  <a:gd name="T3" fmla="*/ 48 h 48"/>
                  <a:gd name="T4" fmla="*/ 3 w 169"/>
                  <a:gd name="T5" fmla="*/ 8 h 48"/>
                  <a:gd name="T6" fmla="*/ 1 w 169"/>
                  <a:gd name="T7" fmla="*/ 3 h 48"/>
                  <a:gd name="T8" fmla="*/ 6 w 169"/>
                  <a:gd name="T9" fmla="*/ 1 h 48"/>
                  <a:gd name="T10" fmla="*/ 84 w 169"/>
                  <a:gd name="T11" fmla="*/ 40 h 48"/>
                  <a:gd name="T12" fmla="*/ 163 w 169"/>
                  <a:gd name="T13" fmla="*/ 1 h 48"/>
                  <a:gd name="T14" fmla="*/ 168 w 169"/>
                  <a:gd name="T15" fmla="*/ 3 h 48"/>
                  <a:gd name="T16" fmla="*/ 166 w 169"/>
                  <a:gd name="T17" fmla="*/ 8 h 48"/>
                  <a:gd name="T18" fmla="*/ 86 w 169"/>
                  <a:gd name="T19" fmla="*/ 48 h 48"/>
                  <a:gd name="T20" fmla="*/ 84 w 169"/>
                  <a:gd name="T2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9" h="48">
                    <a:moveTo>
                      <a:pt x="84" y="48"/>
                    </a:moveTo>
                    <a:cubicBezTo>
                      <a:pt x="84" y="48"/>
                      <a:pt x="83" y="48"/>
                      <a:pt x="83" y="4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7"/>
                      <a:pt x="0" y="5"/>
                      <a:pt x="1" y="3"/>
                    </a:cubicBezTo>
                    <a:cubicBezTo>
                      <a:pt x="2" y="1"/>
                      <a:pt x="4" y="0"/>
                      <a:pt x="6" y="1"/>
                    </a:cubicBezTo>
                    <a:cubicBezTo>
                      <a:pt x="84" y="40"/>
                      <a:pt x="84" y="40"/>
                      <a:pt x="84" y="40"/>
                    </a:cubicBezTo>
                    <a:cubicBezTo>
                      <a:pt x="163" y="1"/>
                      <a:pt x="163" y="1"/>
                      <a:pt x="163" y="1"/>
                    </a:cubicBezTo>
                    <a:cubicBezTo>
                      <a:pt x="165" y="0"/>
                      <a:pt x="167" y="1"/>
                      <a:pt x="168" y="3"/>
                    </a:cubicBezTo>
                    <a:cubicBezTo>
                      <a:pt x="169" y="5"/>
                      <a:pt x="168" y="7"/>
                      <a:pt x="166" y="8"/>
                    </a:cubicBezTo>
                    <a:cubicBezTo>
                      <a:pt x="86" y="48"/>
                      <a:pt x="86" y="48"/>
                      <a:pt x="86" y="48"/>
                    </a:cubicBezTo>
                    <a:cubicBezTo>
                      <a:pt x="86" y="48"/>
                      <a:pt x="85" y="48"/>
                      <a:pt x="84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Freeform 303">
                <a:extLst>
                  <a:ext uri="{FF2B5EF4-FFF2-40B4-BE49-F238E27FC236}">
                    <a16:creationId xmlns:a16="http://schemas.microsoft.com/office/drawing/2014/main" id="{A61B4FD2-4BC2-C699-4F18-4C2FD891CA87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7083426" y="101601"/>
                <a:ext cx="12700" cy="254000"/>
              </a:xfrm>
              <a:custGeom>
                <a:avLst/>
                <a:gdLst>
                  <a:gd name="T0" fmla="*/ 4 w 8"/>
                  <a:gd name="T1" fmla="*/ 168 h 168"/>
                  <a:gd name="T2" fmla="*/ 0 w 8"/>
                  <a:gd name="T3" fmla="*/ 164 h 168"/>
                  <a:gd name="T4" fmla="*/ 0 w 8"/>
                  <a:gd name="T5" fmla="*/ 4 h 168"/>
                  <a:gd name="T6" fmla="*/ 4 w 8"/>
                  <a:gd name="T7" fmla="*/ 0 h 168"/>
                  <a:gd name="T8" fmla="*/ 8 w 8"/>
                  <a:gd name="T9" fmla="*/ 4 h 168"/>
                  <a:gd name="T10" fmla="*/ 8 w 8"/>
                  <a:gd name="T11" fmla="*/ 164 h 168"/>
                  <a:gd name="T12" fmla="*/ 4 w 8"/>
                  <a:gd name="T13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8">
                    <a:moveTo>
                      <a:pt x="4" y="168"/>
                    </a:moveTo>
                    <a:cubicBezTo>
                      <a:pt x="2" y="168"/>
                      <a:pt x="0" y="167"/>
                      <a:pt x="0" y="16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8" y="2"/>
                      <a:pt x="8" y="4"/>
                    </a:cubicBezTo>
                    <a:cubicBezTo>
                      <a:pt x="8" y="164"/>
                      <a:pt x="8" y="164"/>
                      <a:pt x="8" y="164"/>
                    </a:cubicBezTo>
                    <a:cubicBezTo>
                      <a:pt x="8" y="167"/>
                      <a:pt x="7" y="168"/>
                      <a:pt x="4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6" name="Gruppieren 47">
              <a:extLst>
                <a:ext uri="{FF2B5EF4-FFF2-40B4-BE49-F238E27FC236}">
                  <a16:creationId xmlns:a16="http://schemas.microsoft.com/office/drawing/2014/main" id="{9FC7AFBB-F77D-C8C6-EFB2-51BC04B7E6A1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327852" y="5125883"/>
              <a:ext cx="261938" cy="282482"/>
              <a:chOff x="6927851" y="6351"/>
              <a:chExt cx="323850" cy="349250"/>
            </a:xfrm>
            <a:grpFill/>
          </p:grpSpPr>
          <p:sp>
            <p:nvSpPr>
              <p:cNvPr id="51" name="Freeform 301">
                <a:extLst>
                  <a:ext uri="{FF2B5EF4-FFF2-40B4-BE49-F238E27FC236}">
                    <a16:creationId xmlns:a16="http://schemas.microsoft.com/office/drawing/2014/main" id="{A1A1EDC5-71CA-182A-1603-4838B679A32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27851" y="30163"/>
                <a:ext cx="323850" cy="325438"/>
              </a:xfrm>
              <a:custGeom>
                <a:avLst/>
                <a:gdLst>
                  <a:gd name="T0" fmla="*/ 108 w 216"/>
                  <a:gd name="T1" fmla="*/ 216 h 216"/>
                  <a:gd name="T2" fmla="*/ 107 w 216"/>
                  <a:gd name="T3" fmla="*/ 216 h 216"/>
                  <a:gd name="T4" fmla="*/ 3 w 216"/>
                  <a:gd name="T5" fmla="*/ 164 h 216"/>
                  <a:gd name="T6" fmla="*/ 0 w 216"/>
                  <a:gd name="T7" fmla="*/ 160 h 216"/>
                  <a:gd name="T8" fmla="*/ 0 w 216"/>
                  <a:gd name="T9" fmla="*/ 4 h 216"/>
                  <a:gd name="T10" fmla="*/ 2 w 216"/>
                  <a:gd name="T11" fmla="*/ 1 h 216"/>
                  <a:gd name="T12" fmla="*/ 6 w 216"/>
                  <a:gd name="T13" fmla="*/ 1 h 216"/>
                  <a:gd name="T14" fmla="*/ 108 w 216"/>
                  <a:gd name="T15" fmla="*/ 48 h 216"/>
                  <a:gd name="T16" fmla="*/ 211 w 216"/>
                  <a:gd name="T17" fmla="*/ 1 h 216"/>
                  <a:gd name="T18" fmla="*/ 214 w 216"/>
                  <a:gd name="T19" fmla="*/ 1 h 216"/>
                  <a:gd name="T20" fmla="*/ 216 w 216"/>
                  <a:gd name="T21" fmla="*/ 4 h 216"/>
                  <a:gd name="T22" fmla="*/ 216 w 216"/>
                  <a:gd name="T23" fmla="*/ 160 h 216"/>
                  <a:gd name="T24" fmla="*/ 214 w 216"/>
                  <a:gd name="T25" fmla="*/ 164 h 216"/>
                  <a:gd name="T26" fmla="*/ 110 w 216"/>
                  <a:gd name="T27" fmla="*/ 216 h 216"/>
                  <a:gd name="T28" fmla="*/ 108 w 216"/>
                  <a:gd name="T29" fmla="*/ 216 h 216"/>
                  <a:gd name="T30" fmla="*/ 8 w 216"/>
                  <a:gd name="T31" fmla="*/ 158 h 216"/>
                  <a:gd name="T32" fmla="*/ 108 w 216"/>
                  <a:gd name="T33" fmla="*/ 208 h 216"/>
                  <a:gd name="T34" fmla="*/ 208 w 216"/>
                  <a:gd name="T35" fmla="*/ 158 h 216"/>
                  <a:gd name="T36" fmla="*/ 208 w 216"/>
                  <a:gd name="T37" fmla="*/ 11 h 216"/>
                  <a:gd name="T38" fmla="*/ 110 w 216"/>
                  <a:gd name="T39" fmla="*/ 56 h 216"/>
                  <a:gd name="T40" fmla="*/ 107 w 216"/>
                  <a:gd name="T41" fmla="*/ 56 h 216"/>
                  <a:gd name="T42" fmla="*/ 8 w 216"/>
                  <a:gd name="T43" fmla="*/ 11 h 216"/>
                  <a:gd name="T44" fmla="*/ 8 w 216"/>
                  <a:gd name="T45" fmla="*/ 15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6" h="216">
                    <a:moveTo>
                      <a:pt x="108" y="216"/>
                    </a:moveTo>
                    <a:cubicBezTo>
                      <a:pt x="108" y="216"/>
                      <a:pt x="107" y="216"/>
                      <a:pt x="107" y="216"/>
                    </a:cubicBezTo>
                    <a:cubicBezTo>
                      <a:pt x="3" y="164"/>
                      <a:pt x="3" y="164"/>
                      <a:pt x="3" y="164"/>
                    </a:cubicBezTo>
                    <a:cubicBezTo>
                      <a:pt x="1" y="163"/>
                      <a:pt x="0" y="162"/>
                      <a:pt x="0" y="16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5" y="0"/>
                      <a:pt x="6" y="1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211" y="1"/>
                      <a:pt x="211" y="1"/>
                      <a:pt x="211" y="1"/>
                    </a:cubicBezTo>
                    <a:cubicBezTo>
                      <a:pt x="212" y="0"/>
                      <a:pt x="213" y="0"/>
                      <a:pt x="214" y="1"/>
                    </a:cubicBezTo>
                    <a:cubicBezTo>
                      <a:pt x="216" y="2"/>
                      <a:pt x="216" y="3"/>
                      <a:pt x="216" y="4"/>
                    </a:cubicBezTo>
                    <a:cubicBezTo>
                      <a:pt x="216" y="160"/>
                      <a:pt x="216" y="160"/>
                      <a:pt x="216" y="160"/>
                    </a:cubicBezTo>
                    <a:cubicBezTo>
                      <a:pt x="216" y="162"/>
                      <a:pt x="215" y="163"/>
                      <a:pt x="214" y="164"/>
                    </a:cubicBezTo>
                    <a:cubicBezTo>
                      <a:pt x="110" y="216"/>
                      <a:pt x="110" y="216"/>
                      <a:pt x="110" y="216"/>
                    </a:cubicBezTo>
                    <a:cubicBezTo>
                      <a:pt x="110" y="216"/>
                      <a:pt x="109" y="216"/>
                      <a:pt x="108" y="216"/>
                    </a:cubicBezTo>
                    <a:close/>
                    <a:moveTo>
                      <a:pt x="8" y="158"/>
                    </a:moveTo>
                    <a:cubicBezTo>
                      <a:pt x="108" y="208"/>
                      <a:pt x="108" y="208"/>
                      <a:pt x="108" y="208"/>
                    </a:cubicBezTo>
                    <a:cubicBezTo>
                      <a:pt x="208" y="158"/>
                      <a:pt x="208" y="158"/>
                      <a:pt x="208" y="158"/>
                    </a:cubicBezTo>
                    <a:cubicBezTo>
                      <a:pt x="208" y="11"/>
                      <a:pt x="208" y="11"/>
                      <a:pt x="208" y="11"/>
                    </a:cubicBezTo>
                    <a:cubicBezTo>
                      <a:pt x="110" y="56"/>
                      <a:pt x="110" y="56"/>
                      <a:pt x="110" y="56"/>
                    </a:cubicBezTo>
                    <a:cubicBezTo>
                      <a:pt x="109" y="56"/>
                      <a:pt x="108" y="56"/>
                      <a:pt x="107" y="56"/>
                    </a:cubicBezTo>
                    <a:cubicBezTo>
                      <a:pt x="8" y="11"/>
                      <a:pt x="8" y="11"/>
                      <a:pt x="8" y="11"/>
                    </a:cubicBezTo>
                    <a:lnTo>
                      <a:pt x="8" y="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Freeform 302">
                <a:extLst>
                  <a:ext uri="{FF2B5EF4-FFF2-40B4-BE49-F238E27FC236}">
                    <a16:creationId xmlns:a16="http://schemas.microsoft.com/office/drawing/2014/main" id="{676DFA03-2094-ADC7-3D8D-260BE34B0A99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64364" y="6351"/>
                <a:ext cx="254000" cy="71438"/>
              </a:xfrm>
              <a:custGeom>
                <a:avLst/>
                <a:gdLst>
                  <a:gd name="T0" fmla="*/ 84 w 169"/>
                  <a:gd name="T1" fmla="*/ 48 h 48"/>
                  <a:gd name="T2" fmla="*/ 83 w 169"/>
                  <a:gd name="T3" fmla="*/ 48 h 48"/>
                  <a:gd name="T4" fmla="*/ 3 w 169"/>
                  <a:gd name="T5" fmla="*/ 8 h 48"/>
                  <a:gd name="T6" fmla="*/ 1 w 169"/>
                  <a:gd name="T7" fmla="*/ 3 h 48"/>
                  <a:gd name="T8" fmla="*/ 6 w 169"/>
                  <a:gd name="T9" fmla="*/ 1 h 48"/>
                  <a:gd name="T10" fmla="*/ 84 w 169"/>
                  <a:gd name="T11" fmla="*/ 40 h 48"/>
                  <a:gd name="T12" fmla="*/ 163 w 169"/>
                  <a:gd name="T13" fmla="*/ 1 h 48"/>
                  <a:gd name="T14" fmla="*/ 168 w 169"/>
                  <a:gd name="T15" fmla="*/ 3 h 48"/>
                  <a:gd name="T16" fmla="*/ 166 w 169"/>
                  <a:gd name="T17" fmla="*/ 8 h 48"/>
                  <a:gd name="T18" fmla="*/ 86 w 169"/>
                  <a:gd name="T19" fmla="*/ 48 h 48"/>
                  <a:gd name="T20" fmla="*/ 84 w 169"/>
                  <a:gd name="T2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9" h="48">
                    <a:moveTo>
                      <a:pt x="84" y="48"/>
                    </a:moveTo>
                    <a:cubicBezTo>
                      <a:pt x="84" y="48"/>
                      <a:pt x="83" y="48"/>
                      <a:pt x="83" y="4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7"/>
                      <a:pt x="0" y="5"/>
                      <a:pt x="1" y="3"/>
                    </a:cubicBezTo>
                    <a:cubicBezTo>
                      <a:pt x="2" y="1"/>
                      <a:pt x="4" y="0"/>
                      <a:pt x="6" y="1"/>
                    </a:cubicBezTo>
                    <a:cubicBezTo>
                      <a:pt x="84" y="40"/>
                      <a:pt x="84" y="40"/>
                      <a:pt x="84" y="40"/>
                    </a:cubicBezTo>
                    <a:cubicBezTo>
                      <a:pt x="163" y="1"/>
                      <a:pt x="163" y="1"/>
                      <a:pt x="163" y="1"/>
                    </a:cubicBezTo>
                    <a:cubicBezTo>
                      <a:pt x="165" y="0"/>
                      <a:pt x="167" y="1"/>
                      <a:pt x="168" y="3"/>
                    </a:cubicBezTo>
                    <a:cubicBezTo>
                      <a:pt x="169" y="5"/>
                      <a:pt x="168" y="7"/>
                      <a:pt x="166" y="8"/>
                    </a:cubicBezTo>
                    <a:cubicBezTo>
                      <a:pt x="86" y="48"/>
                      <a:pt x="86" y="48"/>
                      <a:pt x="86" y="48"/>
                    </a:cubicBezTo>
                    <a:cubicBezTo>
                      <a:pt x="86" y="48"/>
                      <a:pt x="85" y="48"/>
                      <a:pt x="84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Freeform 303">
                <a:extLst>
                  <a:ext uri="{FF2B5EF4-FFF2-40B4-BE49-F238E27FC236}">
                    <a16:creationId xmlns:a16="http://schemas.microsoft.com/office/drawing/2014/main" id="{C8CED871-02B0-41EC-F927-6218D143B90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7083426" y="101601"/>
                <a:ext cx="12700" cy="254000"/>
              </a:xfrm>
              <a:custGeom>
                <a:avLst/>
                <a:gdLst>
                  <a:gd name="T0" fmla="*/ 4 w 8"/>
                  <a:gd name="T1" fmla="*/ 168 h 168"/>
                  <a:gd name="T2" fmla="*/ 0 w 8"/>
                  <a:gd name="T3" fmla="*/ 164 h 168"/>
                  <a:gd name="T4" fmla="*/ 0 w 8"/>
                  <a:gd name="T5" fmla="*/ 4 h 168"/>
                  <a:gd name="T6" fmla="*/ 4 w 8"/>
                  <a:gd name="T7" fmla="*/ 0 h 168"/>
                  <a:gd name="T8" fmla="*/ 8 w 8"/>
                  <a:gd name="T9" fmla="*/ 4 h 168"/>
                  <a:gd name="T10" fmla="*/ 8 w 8"/>
                  <a:gd name="T11" fmla="*/ 164 h 168"/>
                  <a:gd name="T12" fmla="*/ 4 w 8"/>
                  <a:gd name="T13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8">
                    <a:moveTo>
                      <a:pt x="4" y="168"/>
                    </a:moveTo>
                    <a:cubicBezTo>
                      <a:pt x="2" y="168"/>
                      <a:pt x="0" y="167"/>
                      <a:pt x="0" y="16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8" y="2"/>
                      <a:pt x="8" y="4"/>
                    </a:cubicBezTo>
                    <a:cubicBezTo>
                      <a:pt x="8" y="164"/>
                      <a:pt x="8" y="164"/>
                      <a:pt x="8" y="164"/>
                    </a:cubicBezTo>
                    <a:cubicBezTo>
                      <a:pt x="8" y="167"/>
                      <a:pt x="7" y="168"/>
                      <a:pt x="4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7" name="Gruppieren 48">
              <a:extLst>
                <a:ext uri="{FF2B5EF4-FFF2-40B4-BE49-F238E27FC236}">
                  <a16:creationId xmlns:a16="http://schemas.microsoft.com/office/drawing/2014/main" id="{3A5B7ADE-B3B6-AEAB-3FBA-DE58662C6C42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648662" y="5125883"/>
              <a:ext cx="261938" cy="282482"/>
              <a:chOff x="6927851" y="6351"/>
              <a:chExt cx="323850" cy="349250"/>
            </a:xfrm>
            <a:grpFill/>
          </p:grpSpPr>
          <p:sp>
            <p:nvSpPr>
              <p:cNvPr id="48" name="Freeform 301">
                <a:extLst>
                  <a:ext uri="{FF2B5EF4-FFF2-40B4-BE49-F238E27FC236}">
                    <a16:creationId xmlns:a16="http://schemas.microsoft.com/office/drawing/2014/main" id="{15113B65-8FBA-45FF-93BF-EA8E07BB9FC3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27851" y="30163"/>
                <a:ext cx="323850" cy="325438"/>
              </a:xfrm>
              <a:custGeom>
                <a:avLst/>
                <a:gdLst>
                  <a:gd name="T0" fmla="*/ 108 w 216"/>
                  <a:gd name="T1" fmla="*/ 216 h 216"/>
                  <a:gd name="T2" fmla="*/ 107 w 216"/>
                  <a:gd name="T3" fmla="*/ 216 h 216"/>
                  <a:gd name="T4" fmla="*/ 3 w 216"/>
                  <a:gd name="T5" fmla="*/ 164 h 216"/>
                  <a:gd name="T6" fmla="*/ 0 w 216"/>
                  <a:gd name="T7" fmla="*/ 160 h 216"/>
                  <a:gd name="T8" fmla="*/ 0 w 216"/>
                  <a:gd name="T9" fmla="*/ 4 h 216"/>
                  <a:gd name="T10" fmla="*/ 2 w 216"/>
                  <a:gd name="T11" fmla="*/ 1 h 216"/>
                  <a:gd name="T12" fmla="*/ 6 w 216"/>
                  <a:gd name="T13" fmla="*/ 1 h 216"/>
                  <a:gd name="T14" fmla="*/ 108 w 216"/>
                  <a:gd name="T15" fmla="*/ 48 h 216"/>
                  <a:gd name="T16" fmla="*/ 211 w 216"/>
                  <a:gd name="T17" fmla="*/ 1 h 216"/>
                  <a:gd name="T18" fmla="*/ 214 w 216"/>
                  <a:gd name="T19" fmla="*/ 1 h 216"/>
                  <a:gd name="T20" fmla="*/ 216 w 216"/>
                  <a:gd name="T21" fmla="*/ 4 h 216"/>
                  <a:gd name="T22" fmla="*/ 216 w 216"/>
                  <a:gd name="T23" fmla="*/ 160 h 216"/>
                  <a:gd name="T24" fmla="*/ 214 w 216"/>
                  <a:gd name="T25" fmla="*/ 164 h 216"/>
                  <a:gd name="T26" fmla="*/ 110 w 216"/>
                  <a:gd name="T27" fmla="*/ 216 h 216"/>
                  <a:gd name="T28" fmla="*/ 108 w 216"/>
                  <a:gd name="T29" fmla="*/ 216 h 216"/>
                  <a:gd name="T30" fmla="*/ 8 w 216"/>
                  <a:gd name="T31" fmla="*/ 158 h 216"/>
                  <a:gd name="T32" fmla="*/ 108 w 216"/>
                  <a:gd name="T33" fmla="*/ 208 h 216"/>
                  <a:gd name="T34" fmla="*/ 208 w 216"/>
                  <a:gd name="T35" fmla="*/ 158 h 216"/>
                  <a:gd name="T36" fmla="*/ 208 w 216"/>
                  <a:gd name="T37" fmla="*/ 11 h 216"/>
                  <a:gd name="T38" fmla="*/ 110 w 216"/>
                  <a:gd name="T39" fmla="*/ 56 h 216"/>
                  <a:gd name="T40" fmla="*/ 107 w 216"/>
                  <a:gd name="T41" fmla="*/ 56 h 216"/>
                  <a:gd name="T42" fmla="*/ 8 w 216"/>
                  <a:gd name="T43" fmla="*/ 11 h 216"/>
                  <a:gd name="T44" fmla="*/ 8 w 216"/>
                  <a:gd name="T45" fmla="*/ 15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6" h="216">
                    <a:moveTo>
                      <a:pt x="108" y="216"/>
                    </a:moveTo>
                    <a:cubicBezTo>
                      <a:pt x="108" y="216"/>
                      <a:pt x="107" y="216"/>
                      <a:pt x="107" y="216"/>
                    </a:cubicBezTo>
                    <a:cubicBezTo>
                      <a:pt x="3" y="164"/>
                      <a:pt x="3" y="164"/>
                      <a:pt x="3" y="164"/>
                    </a:cubicBezTo>
                    <a:cubicBezTo>
                      <a:pt x="1" y="163"/>
                      <a:pt x="0" y="162"/>
                      <a:pt x="0" y="16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5" y="0"/>
                      <a:pt x="6" y="1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211" y="1"/>
                      <a:pt x="211" y="1"/>
                      <a:pt x="211" y="1"/>
                    </a:cubicBezTo>
                    <a:cubicBezTo>
                      <a:pt x="212" y="0"/>
                      <a:pt x="213" y="0"/>
                      <a:pt x="214" y="1"/>
                    </a:cubicBezTo>
                    <a:cubicBezTo>
                      <a:pt x="216" y="2"/>
                      <a:pt x="216" y="3"/>
                      <a:pt x="216" y="4"/>
                    </a:cubicBezTo>
                    <a:cubicBezTo>
                      <a:pt x="216" y="160"/>
                      <a:pt x="216" y="160"/>
                      <a:pt x="216" y="160"/>
                    </a:cubicBezTo>
                    <a:cubicBezTo>
                      <a:pt x="216" y="162"/>
                      <a:pt x="215" y="163"/>
                      <a:pt x="214" y="164"/>
                    </a:cubicBezTo>
                    <a:cubicBezTo>
                      <a:pt x="110" y="216"/>
                      <a:pt x="110" y="216"/>
                      <a:pt x="110" y="216"/>
                    </a:cubicBezTo>
                    <a:cubicBezTo>
                      <a:pt x="110" y="216"/>
                      <a:pt x="109" y="216"/>
                      <a:pt x="108" y="216"/>
                    </a:cubicBezTo>
                    <a:close/>
                    <a:moveTo>
                      <a:pt x="8" y="158"/>
                    </a:moveTo>
                    <a:cubicBezTo>
                      <a:pt x="108" y="208"/>
                      <a:pt x="108" y="208"/>
                      <a:pt x="108" y="208"/>
                    </a:cubicBezTo>
                    <a:cubicBezTo>
                      <a:pt x="208" y="158"/>
                      <a:pt x="208" y="158"/>
                      <a:pt x="208" y="158"/>
                    </a:cubicBezTo>
                    <a:cubicBezTo>
                      <a:pt x="208" y="11"/>
                      <a:pt x="208" y="11"/>
                      <a:pt x="208" y="11"/>
                    </a:cubicBezTo>
                    <a:cubicBezTo>
                      <a:pt x="110" y="56"/>
                      <a:pt x="110" y="56"/>
                      <a:pt x="110" y="56"/>
                    </a:cubicBezTo>
                    <a:cubicBezTo>
                      <a:pt x="109" y="56"/>
                      <a:pt x="108" y="56"/>
                      <a:pt x="107" y="56"/>
                    </a:cubicBezTo>
                    <a:cubicBezTo>
                      <a:pt x="8" y="11"/>
                      <a:pt x="8" y="11"/>
                      <a:pt x="8" y="11"/>
                    </a:cubicBezTo>
                    <a:lnTo>
                      <a:pt x="8" y="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Freeform 302">
                <a:extLst>
                  <a:ext uri="{FF2B5EF4-FFF2-40B4-BE49-F238E27FC236}">
                    <a16:creationId xmlns:a16="http://schemas.microsoft.com/office/drawing/2014/main" id="{B5465D24-EADB-D0E2-270D-6E9AF97FB0E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64364" y="6351"/>
                <a:ext cx="254000" cy="71438"/>
              </a:xfrm>
              <a:custGeom>
                <a:avLst/>
                <a:gdLst>
                  <a:gd name="T0" fmla="*/ 84 w 169"/>
                  <a:gd name="T1" fmla="*/ 48 h 48"/>
                  <a:gd name="T2" fmla="*/ 83 w 169"/>
                  <a:gd name="T3" fmla="*/ 48 h 48"/>
                  <a:gd name="T4" fmla="*/ 3 w 169"/>
                  <a:gd name="T5" fmla="*/ 8 h 48"/>
                  <a:gd name="T6" fmla="*/ 1 w 169"/>
                  <a:gd name="T7" fmla="*/ 3 h 48"/>
                  <a:gd name="T8" fmla="*/ 6 w 169"/>
                  <a:gd name="T9" fmla="*/ 1 h 48"/>
                  <a:gd name="T10" fmla="*/ 84 w 169"/>
                  <a:gd name="T11" fmla="*/ 40 h 48"/>
                  <a:gd name="T12" fmla="*/ 163 w 169"/>
                  <a:gd name="T13" fmla="*/ 1 h 48"/>
                  <a:gd name="T14" fmla="*/ 168 w 169"/>
                  <a:gd name="T15" fmla="*/ 3 h 48"/>
                  <a:gd name="T16" fmla="*/ 166 w 169"/>
                  <a:gd name="T17" fmla="*/ 8 h 48"/>
                  <a:gd name="T18" fmla="*/ 86 w 169"/>
                  <a:gd name="T19" fmla="*/ 48 h 48"/>
                  <a:gd name="T20" fmla="*/ 84 w 169"/>
                  <a:gd name="T2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9" h="48">
                    <a:moveTo>
                      <a:pt x="84" y="48"/>
                    </a:moveTo>
                    <a:cubicBezTo>
                      <a:pt x="84" y="48"/>
                      <a:pt x="83" y="48"/>
                      <a:pt x="83" y="4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7"/>
                      <a:pt x="0" y="5"/>
                      <a:pt x="1" y="3"/>
                    </a:cubicBezTo>
                    <a:cubicBezTo>
                      <a:pt x="2" y="1"/>
                      <a:pt x="4" y="0"/>
                      <a:pt x="6" y="1"/>
                    </a:cubicBezTo>
                    <a:cubicBezTo>
                      <a:pt x="84" y="40"/>
                      <a:pt x="84" y="40"/>
                      <a:pt x="84" y="40"/>
                    </a:cubicBezTo>
                    <a:cubicBezTo>
                      <a:pt x="163" y="1"/>
                      <a:pt x="163" y="1"/>
                      <a:pt x="163" y="1"/>
                    </a:cubicBezTo>
                    <a:cubicBezTo>
                      <a:pt x="165" y="0"/>
                      <a:pt x="167" y="1"/>
                      <a:pt x="168" y="3"/>
                    </a:cubicBezTo>
                    <a:cubicBezTo>
                      <a:pt x="169" y="5"/>
                      <a:pt x="168" y="7"/>
                      <a:pt x="166" y="8"/>
                    </a:cubicBezTo>
                    <a:cubicBezTo>
                      <a:pt x="86" y="48"/>
                      <a:pt x="86" y="48"/>
                      <a:pt x="86" y="48"/>
                    </a:cubicBezTo>
                    <a:cubicBezTo>
                      <a:pt x="86" y="48"/>
                      <a:pt x="85" y="48"/>
                      <a:pt x="84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Freeform 303">
                <a:extLst>
                  <a:ext uri="{FF2B5EF4-FFF2-40B4-BE49-F238E27FC236}">
                    <a16:creationId xmlns:a16="http://schemas.microsoft.com/office/drawing/2014/main" id="{3B002506-57FD-A09B-8A0B-A8FC46311BD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7083426" y="101601"/>
                <a:ext cx="12700" cy="254000"/>
              </a:xfrm>
              <a:custGeom>
                <a:avLst/>
                <a:gdLst>
                  <a:gd name="T0" fmla="*/ 4 w 8"/>
                  <a:gd name="T1" fmla="*/ 168 h 168"/>
                  <a:gd name="T2" fmla="*/ 0 w 8"/>
                  <a:gd name="T3" fmla="*/ 164 h 168"/>
                  <a:gd name="T4" fmla="*/ 0 w 8"/>
                  <a:gd name="T5" fmla="*/ 4 h 168"/>
                  <a:gd name="T6" fmla="*/ 4 w 8"/>
                  <a:gd name="T7" fmla="*/ 0 h 168"/>
                  <a:gd name="T8" fmla="*/ 8 w 8"/>
                  <a:gd name="T9" fmla="*/ 4 h 168"/>
                  <a:gd name="T10" fmla="*/ 8 w 8"/>
                  <a:gd name="T11" fmla="*/ 164 h 168"/>
                  <a:gd name="T12" fmla="*/ 4 w 8"/>
                  <a:gd name="T13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8">
                    <a:moveTo>
                      <a:pt x="4" y="168"/>
                    </a:moveTo>
                    <a:cubicBezTo>
                      <a:pt x="2" y="168"/>
                      <a:pt x="0" y="167"/>
                      <a:pt x="0" y="16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8" y="2"/>
                      <a:pt x="8" y="4"/>
                    </a:cubicBezTo>
                    <a:cubicBezTo>
                      <a:pt x="8" y="164"/>
                      <a:pt x="8" y="164"/>
                      <a:pt x="8" y="164"/>
                    </a:cubicBezTo>
                    <a:cubicBezTo>
                      <a:pt x="8" y="167"/>
                      <a:pt x="7" y="168"/>
                      <a:pt x="4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66" name="Gruppieren 67">
            <a:extLst>
              <a:ext uri="{FF2B5EF4-FFF2-40B4-BE49-F238E27FC236}">
                <a16:creationId xmlns:a16="http://schemas.microsoft.com/office/drawing/2014/main" id="{27D44590-E2F7-B4E7-7DE1-90DB9B281FF3}"/>
              </a:ext>
            </a:extLst>
          </p:cNvPr>
          <p:cNvGrpSpPr>
            <a:grpSpLocks/>
          </p:cNvGrpSpPr>
          <p:nvPr/>
        </p:nvGrpSpPr>
        <p:grpSpPr bwMode="gray">
          <a:xfrm>
            <a:off x="6954028" y="2801410"/>
            <a:ext cx="218785" cy="1078966"/>
            <a:chOff x="7048561" y="3160877"/>
            <a:chExt cx="204116" cy="1006626"/>
          </a:xfrm>
          <a:solidFill>
            <a:schemeClr val="accent6"/>
          </a:solidFill>
        </p:grpSpPr>
        <p:grpSp>
          <p:nvGrpSpPr>
            <p:cNvPr id="67" name="Gruppieren 68">
              <a:extLst>
                <a:ext uri="{FF2B5EF4-FFF2-40B4-BE49-F238E27FC236}">
                  <a16:creationId xmlns:a16="http://schemas.microsoft.com/office/drawing/2014/main" id="{B500ED7F-C5BA-64D3-A320-43B64346224C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048561" y="3160877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80" name="Freeform 579">
                <a:extLst>
                  <a:ext uri="{FF2B5EF4-FFF2-40B4-BE49-F238E27FC236}">
                    <a16:creationId xmlns:a16="http://schemas.microsoft.com/office/drawing/2014/main" id="{3B9D6927-E302-7BBF-F32A-41BD57BFC0B7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1" name="Freeform 580">
                <a:extLst>
                  <a:ext uri="{FF2B5EF4-FFF2-40B4-BE49-F238E27FC236}">
                    <a16:creationId xmlns:a16="http://schemas.microsoft.com/office/drawing/2014/main" id="{234DF53A-B1FC-05CF-EDCA-2591EE2832E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2" name="Freeform 581">
                <a:extLst>
                  <a:ext uri="{FF2B5EF4-FFF2-40B4-BE49-F238E27FC236}">
                    <a16:creationId xmlns:a16="http://schemas.microsoft.com/office/drawing/2014/main" id="{2CE030A6-23F2-5076-FC3E-B5A7EE6D2F7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8" name="Gruppieren 69">
              <a:extLst>
                <a:ext uri="{FF2B5EF4-FFF2-40B4-BE49-F238E27FC236}">
                  <a16:creationId xmlns:a16="http://schemas.microsoft.com/office/drawing/2014/main" id="{55D465FA-7B08-B16E-980E-765EBCC852C6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048561" y="3417896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77" name="Freeform 579">
                <a:extLst>
                  <a:ext uri="{FF2B5EF4-FFF2-40B4-BE49-F238E27FC236}">
                    <a16:creationId xmlns:a16="http://schemas.microsoft.com/office/drawing/2014/main" id="{36358673-3201-65F4-E0F5-72DE0A7402F3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8" name="Freeform 580">
                <a:extLst>
                  <a:ext uri="{FF2B5EF4-FFF2-40B4-BE49-F238E27FC236}">
                    <a16:creationId xmlns:a16="http://schemas.microsoft.com/office/drawing/2014/main" id="{A9424010-24A1-6674-364C-0975D79C4323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9" name="Freeform 581">
                <a:extLst>
                  <a:ext uri="{FF2B5EF4-FFF2-40B4-BE49-F238E27FC236}">
                    <a16:creationId xmlns:a16="http://schemas.microsoft.com/office/drawing/2014/main" id="{976A63B8-9FBF-EE5A-A492-FE310A9F75A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9" name="Gruppieren 70">
              <a:extLst>
                <a:ext uri="{FF2B5EF4-FFF2-40B4-BE49-F238E27FC236}">
                  <a16:creationId xmlns:a16="http://schemas.microsoft.com/office/drawing/2014/main" id="{A34AEC2E-6B41-B409-4404-FCCD00712A45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048561" y="3668770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74" name="Freeform 579">
                <a:extLst>
                  <a:ext uri="{FF2B5EF4-FFF2-40B4-BE49-F238E27FC236}">
                    <a16:creationId xmlns:a16="http://schemas.microsoft.com/office/drawing/2014/main" id="{590E9B1D-C95F-6550-45EC-4A892975CC42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5" name="Freeform 580">
                <a:extLst>
                  <a:ext uri="{FF2B5EF4-FFF2-40B4-BE49-F238E27FC236}">
                    <a16:creationId xmlns:a16="http://schemas.microsoft.com/office/drawing/2014/main" id="{FA9B2733-EB86-957E-163C-09E4A8D6E829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6" name="Freeform 581">
                <a:extLst>
                  <a:ext uri="{FF2B5EF4-FFF2-40B4-BE49-F238E27FC236}">
                    <a16:creationId xmlns:a16="http://schemas.microsoft.com/office/drawing/2014/main" id="{4658238C-5866-9CCB-6EC8-8102BC949E45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70" name="Gruppieren 71">
              <a:extLst>
                <a:ext uri="{FF2B5EF4-FFF2-40B4-BE49-F238E27FC236}">
                  <a16:creationId xmlns:a16="http://schemas.microsoft.com/office/drawing/2014/main" id="{7814A098-5355-8C39-BA9D-35733C165F08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048561" y="3952644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71" name="Freeform 579">
                <a:extLst>
                  <a:ext uri="{FF2B5EF4-FFF2-40B4-BE49-F238E27FC236}">
                    <a16:creationId xmlns:a16="http://schemas.microsoft.com/office/drawing/2014/main" id="{12CFE4A9-ECCE-32DC-8AE6-31C5C732F6F7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2" name="Freeform 580">
                <a:extLst>
                  <a:ext uri="{FF2B5EF4-FFF2-40B4-BE49-F238E27FC236}">
                    <a16:creationId xmlns:a16="http://schemas.microsoft.com/office/drawing/2014/main" id="{A0D16D11-C1F2-4967-B359-DB353B562D45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3" name="Freeform 581">
                <a:extLst>
                  <a:ext uri="{FF2B5EF4-FFF2-40B4-BE49-F238E27FC236}">
                    <a16:creationId xmlns:a16="http://schemas.microsoft.com/office/drawing/2014/main" id="{644E2493-D3D2-67F9-39DD-25473AFDF9CE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83" name="Gruppieren 84">
            <a:extLst>
              <a:ext uri="{FF2B5EF4-FFF2-40B4-BE49-F238E27FC236}">
                <a16:creationId xmlns:a16="http://schemas.microsoft.com/office/drawing/2014/main" id="{E167EA78-DAE9-2886-CDA0-7F8025D0CED1}"/>
              </a:ext>
            </a:extLst>
          </p:cNvPr>
          <p:cNvGrpSpPr>
            <a:grpSpLocks/>
          </p:cNvGrpSpPr>
          <p:nvPr/>
        </p:nvGrpSpPr>
        <p:grpSpPr bwMode="gray">
          <a:xfrm>
            <a:off x="7221220" y="2801410"/>
            <a:ext cx="218785" cy="1078966"/>
            <a:chOff x="7301379" y="3160877"/>
            <a:chExt cx="204116" cy="1006626"/>
          </a:xfrm>
          <a:solidFill>
            <a:schemeClr val="accent6"/>
          </a:solidFill>
        </p:grpSpPr>
        <p:grpSp>
          <p:nvGrpSpPr>
            <p:cNvPr id="84" name="Gruppieren 85">
              <a:extLst>
                <a:ext uri="{FF2B5EF4-FFF2-40B4-BE49-F238E27FC236}">
                  <a16:creationId xmlns:a16="http://schemas.microsoft.com/office/drawing/2014/main" id="{AD881CC1-89AB-A244-8F55-7EE2AA508748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301379" y="3160877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97" name="Freeform 579">
                <a:extLst>
                  <a:ext uri="{FF2B5EF4-FFF2-40B4-BE49-F238E27FC236}">
                    <a16:creationId xmlns:a16="http://schemas.microsoft.com/office/drawing/2014/main" id="{D17C6BC7-B3AC-8055-D852-DBED45DC7635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8" name="Freeform 580">
                <a:extLst>
                  <a:ext uri="{FF2B5EF4-FFF2-40B4-BE49-F238E27FC236}">
                    <a16:creationId xmlns:a16="http://schemas.microsoft.com/office/drawing/2014/main" id="{662F8DA5-2224-BE6D-9828-D032B850341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9" name="Freeform 581">
                <a:extLst>
                  <a:ext uri="{FF2B5EF4-FFF2-40B4-BE49-F238E27FC236}">
                    <a16:creationId xmlns:a16="http://schemas.microsoft.com/office/drawing/2014/main" id="{AC604DDA-3858-C089-7EC2-A1782BD18440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85" name="Gruppieren 86">
              <a:extLst>
                <a:ext uri="{FF2B5EF4-FFF2-40B4-BE49-F238E27FC236}">
                  <a16:creationId xmlns:a16="http://schemas.microsoft.com/office/drawing/2014/main" id="{9C8D5CCE-80D5-4FA7-0266-E023B08C7CB8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301379" y="3417896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94" name="Freeform 579">
                <a:extLst>
                  <a:ext uri="{FF2B5EF4-FFF2-40B4-BE49-F238E27FC236}">
                    <a16:creationId xmlns:a16="http://schemas.microsoft.com/office/drawing/2014/main" id="{38DAF91E-D2C6-DDBA-FD50-42E02A6D31A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5" name="Freeform 580">
                <a:extLst>
                  <a:ext uri="{FF2B5EF4-FFF2-40B4-BE49-F238E27FC236}">
                    <a16:creationId xmlns:a16="http://schemas.microsoft.com/office/drawing/2014/main" id="{D1237FAB-0DB1-45B3-99EE-786680ABE233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6" name="Freeform 581">
                <a:extLst>
                  <a:ext uri="{FF2B5EF4-FFF2-40B4-BE49-F238E27FC236}">
                    <a16:creationId xmlns:a16="http://schemas.microsoft.com/office/drawing/2014/main" id="{6B194418-3E81-51D4-3CE4-82167276E517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86" name="Gruppieren 87">
              <a:extLst>
                <a:ext uri="{FF2B5EF4-FFF2-40B4-BE49-F238E27FC236}">
                  <a16:creationId xmlns:a16="http://schemas.microsoft.com/office/drawing/2014/main" id="{AFEDA946-EECC-E156-39DA-E268AAE9658E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301379" y="3668770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91" name="Freeform 579">
                <a:extLst>
                  <a:ext uri="{FF2B5EF4-FFF2-40B4-BE49-F238E27FC236}">
                    <a16:creationId xmlns:a16="http://schemas.microsoft.com/office/drawing/2014/main" id="{08C26487-2E5D-A220-1F0C-04D990BB1723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2" name="Freeform 580">
                <a:extLst>
                  <a:ext uri="{FF2B5EF4-FFF2-40B4-BE49-F238E27FC236}">
                    <a16:creationId xmlns:a16="http://schemas.microsoft.com/office/drawing/2014/main" id="{3469C769-3C35-9312-7B6D-F3D0102272B5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3" name="Freeform 581">
                <a:extLst>
                  <a:ext uri="{FF2B5EF4-FFF2-40B4-BE49-F238E27FC236}">
                    <a16:creationId xmlns:a16="http://schemas.microsoft.com/office/drawing/2014/main" id="{B4F54468-FAA0-4034-DDA5-C451EEC8DF7D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87" name="Gruppieren 88">
              <a:extLst>
                <a:ext uri="{FF2B5EF4-FFF2-40B4-BE49-F238E27FC236}">
                  <a16:creationId xmlns:a16="http://schemas.microsoft.com/office/drawing/2014/main" id="{933CFB3D-DEB7-95E6-6D6C-246352125B69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301379" y="3952644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88" name="Freeform 579">
                <a:extLst>
                  <a:ext uri="{FF2B5EF4-FFF2-40B4-BE49-F238E27FC236}">
                    <a16:creationId xmlns:a16="http://schemas.microsoft.com/office/drawing/2014/main" id="{C554E68C-2164-3A99-02FC-63BBC977F8B9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9" name="Freeform 580">
                <a:extLst>
                  <a:ext uri="{FF2B5EF4-FFF2-40B4-BE49-F238E27FC236}">
                    <a16:creationId xmlns:a16="http://schemas.microsoft.com/office/drawing/2014/main" id="{975D9806-AD56-E66D-0F2D-5BB515D88F32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0" name="Freeform 581">
                <a:extLst>
                  <a:ext uri="{FF2B5EF4-FFF2-40B4-BE49-F238E27FC236}">
                    <a16:creationId xmlns:a16="http://schemas.microsoft.com/office/drawing/2014/main" id="{313FE24F-5DBF-DF88-2E1D-FCF0647A33B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100" name="Gruppieren 101">
            <a:extLst>
              <a:ext uri="{FF2B5EF4-FFF2-40B4-BE49-F238E27FC236}">
                <a16:creationId xmlns:a16="http://schemas.microsoft.com/office/drawing/2014/main" id="{77CDBEE4-F162-11C2-0BB0-58F1CDB9C94B}"/>
              </a:ext>
            </a:extLst>
          </p:cNvPr>
          <p:cNvGrpSpPr>
            <a:grpSpLocks/>
          </p:cNvGrpSpPr>
          <p:nvPr/>
        </p:nvGrpSpPr>
        <p:grpSpPr bwMode="gray">
          <a:xfrm>
            <a:off x="7488413" y="2801410"/>
            <a:ext cx="218785" cy="1078966"/>
            <a:chOff x="7547118" y="3160877"/>
            <a:chExt cx="204116" cy="1006626"/>
          </a:xfrm>
          <a:solidFill>
            <a:schemeClr val="accent6"/>
          </a:solidFill>
        </p:grpSpPr>
        <p:grpSp>
          <p:nvGrpSpPr>
            <p:cNvPr id="101" name="Gruppieren 102">
              <a:extLst>
                <a:ext uri="{FF2B5EF4-FFF2-40B4-BE49-F238E27FC236}">
                  <a16:creationId xmlns:a16="http://schemas.microsoft.com/office/drawing/2014/main" id="{7ED0549D-EA2B-124B-C831-C67E9FB0D9E3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547118" y="3160877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114" name="Freeform 579">
                <a:extLst>
                  <a:ext uri="{FF2B5EF4-FFF2-40B4-BE49-F238E27FC236}">
                    <a16:creationId xmlns:a16="http://schemas.microsoft.com/office/drawing/2014/main" id="{BBD81966-78BF-A61E-F51F-0B1AC98785B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5" name="Freeform 580">
                <a:extLst>
                  <a:ext uri="{FF2B5EF4-FFF2-40B4-BE49-F238E27FC236}">
                    <a16:creationId xmlns:a16="http://schemas.microsoft.com/office/drawing/2014/main" id="{C641D08A-2AD0-FBE4-8B44-84F0EAF4DA5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6" name="Freeform 581">
                <a:extLst>
                  <a:ext uri="{FF2B5EF4-FFF2-40B4-BE49-F238E27FC236}">
                    <a16:creationId xmlns:a16="http://schemas.microsoft.com/office/drawing/2014/main" id="{6580AF55-FF7B-1F6F-CC00-2D19B1B6708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02" name="Gruppieren 103">
              <a:extLst>
                <a:ext uri="{FF2B5EF4-FFF2-40B4-BE49-F238E27FC236}">
                  <a16:creationId xmlns:a16="http://schemas.microsoft.com/office/drawing/2014/main" id="{029F8DEC-9C7E-B793-04AF-2445969351A2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547118" y="3417896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111" name="Freeform 579">
                <a:extLst>
                  <a:ext uri="{FF2B5EF4-FFF2-40B4-BE49-F238E27FC236}">
                    <a16:creationId xmlns:a16="http://schemas.microsoft.com/office/drawing/2014/main" id="{EF0DB988-178B-E57D-FD14-9E24D9EA374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2" name="Freeform 580">
                <a:extLst>
                  <a:ext uri="{FF2B5EF4-FFF2-40B4-BE49-F238E27FC236}">
                    <a16:creationId xmlns:a16="http://schemas.microsoft.com/office/drawing/2014/main" id="{B7FC7922-80B5-407A-F158-20BF4CD2551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3" name="Freeform 581">
                <a:extLst>
                  <a:ext uri="{FF2B5EF4-FFF2-40B4-BE49-F238E27FC236}">
                    <a16:creationId xmlns:a16="http://schemas.microsoft.com/office/drawing/2014/main" id="{D810F798-9EED-D38B-3E65-9595BFB768E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03" name="Gruppieren 104">
              <a:extLst>
                <a:ext uri="{FF2B5EF4-FFF2-40B4-BE49-F238E27FC236}">
                  <a16:creationId xmlns:a16="http://schemas.microsoft.com/office/drawing/2014/main" id="{4562D7E0-F3E1-EFF0-3773-F13879C33B5A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547118" y="3668770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108" name="Freeform 579">
                <a:extLst>
                  <a:ext uri="{FF2B5EF4-FFF2-40B4-BE49-F238E27FC236}">
                    <a16:creationId xmlns:a16="http://schemas.microsoft.com/office/drawing/2014/main" id="{71124A32-407A-3285-27FF-CB8682D0051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9" name="Freeform 580">
                <a:extLst>
                  <a:ext uri="{FF2B5EF4-FFF2-40B4-BE49-F238E27FC236}">
                    <a16:creationId xmlns:a16="http://schemas.microsoft.com/office/drawing/2014/main" id="{1408C11E-EB7C-E504-2285-087BF00E12D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0" name="Freeform 581">
                <a:extLst>
                  <a:ext uri="{FF2B5EF4-FFF2-40B4-BE49-F238E27FC236}">
                    <a16:creationId xmlns:a16="http://schemas.microsoft.com/office/drawing/2014/main" id="{E866BD8B-460F-83D5-0957-87B0F67B560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04" name="Gruppieren 105">
              <a:extLst>
                <a:ext uri="{FF2B5EF4-FFF2-40B4-BE49-F238E27FC236}">
                  <a16:creationId xmlns:a16="http://schemas.microsoft.com/office/drawing/2014/main" id="{92E5E833-8E5C-DCB3-366A-69972390D3BA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547118" y="3952644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105" name="Freeform 579">
                <a:extLst>
                  <a:ext uri="{FF2B5EF4-FFF2-40B4-BE49-F238E27FC236}">
                    <a16:creationId xmlns:a16="http://schemas.microsoft.com/office/drawing/2014/main" id="{8ADA9ACF-7C1C-6E27-5A88-8A29DE45126D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6" name="Freeform 580">
                <a:extLst>
                  <a:ext uri="{FF2B5EF4-FFF2-40B4-BE49-F238E27FC236}">
                    <a16:creationId xmlns:a16="http://schemas.microsoft.com/office/drawing/2014/main" id="{C10D859E-0725-2985-D4EB-E82C5CBC792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7" name="Freeform 581">
                <a:extLst>
                  <a:ext uri="{FF2B5EF4-FFF2-40B4-BE49-F238E27FC236}">
                    <a16:creationId xmlns:a16="http://schemas.microsoft.com/office/drawing/2014/main" id="{B8E95DD4-7B27-DDD7-0D2B-86003260B8A9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2" name="Rectangle 98">
            <a:extLst>
              <a:ext uri="{FF2B5EF4-FFF2-40B4-BE49-F238E27FC236}">
                <a16:creationId xmlns:a16="http://schemas.microsoft.com/office/drawing/2014/main" id="{EE4B509D-70B7-9ABF-2CE4-0A7FEBF0D4E0}"/>
              </a:ext>
            </a:extLst>
          </p:cNvPr>
          <p:cNvSpPr>
            <a:spLocks/>
          </p:cNvSpPr>
          <p:nvPr/>
        </p:nvSpPr>
        <p:spPr bwMode="gray">
          <a:xfrm>
            <a:off x="408525" y="1557338"/>
            <a:ext cx="3350646" cy="91409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90000"/>
              </a:lnSpc>
            </a:pPr>
            <a:r>
              <a:rPr lang="en-US" sz="6600" b="1" spc="-10" dirty="0">
                <a:ea typeface="Chronicle Display Roman" charset="0"/>
                <a:cs typeface="Chronicle Display Roman" charset="0"/>
              </a:rPr>
              <a:t>€5.0</a:t>
            </a:r>
            <a:r>
              <a:rPr lang="en-US" sz="2000" b="1" spc="-10" dirty="0">
                <a:ea typeface="Chronicle Display Roman" charset="0"/>
                <a:cs typeface="Chronicle Display Roman" charset="0"/>
              </a:rPr>
              <a:t> </a:t>
            </a:r>
            <a:r>
              <a:rPr lang="en-US" sz="6600" b="1" spc="-10" dirty="0">
                <a:ea typeface="Chronicle Display Roman" charset="0"/>
                <a:cs typeface="Chronicle Display Roman" charset="0"/>
              </a:rPr>
              <a:t>bn</a:t>
            </a:r>
          </a:p>
        </p:txBody>
      </p:sp>
      <p:sp>
        <p:nvSpPr>
          <p:cNvPr id="18" name="Rectangle 116">
            <a:extLst>
              <a:ext uri="{FF2B5EF4-FFF2-40B4-BE49-F238E27FC236}">
                <a16:creationId xmlns:a16="http://schemas.microsoft.com/office/drawing/2014/main" id="{32678085-4D7F-1F35-281D-7DFFD4ED724B}"/>
              </a:ext>
            </a:extLst>
          </p:cNvPr>
          <p:cNvSpPr>
            <a:spLocks/>
          </p:cNvSpPr>
          <p:nvPr/>
        </p:nvSpPr>
        <p:spPr bwMode="gray">
          <a:xfrm>
            <a:off x="408525" y="4350548"/>
            <a:ext cx="3351213" cy="279399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C464B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9" name="Rectangle 121">
            <a:extLst>
              <a:ext uri="{FF2B5EF4-FFF2-40B4-BE49-F238E27FC236}">
                <a16:creationId xmlns:a16="http://schemas.microsoft.com/office/drawing/2014/main" id="{EF9AB070-84AF-CB74-EEA2-EFCE6FB4D873}"/>
              </a:ext>
            </a:extLst>
          </p:cNvPr>
          <p:cNvSpPr>
            <a:spLocks/>
          </p:cNvSpPr>
          <p:nvPr/>
        </p:nvSpPr>
        <p:spPr bwMode="gray">
          <a:xfrm>
            <a:off x="408525" y="5777939"/>
            <a:ext cx="3351213" cy="279399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C464B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Rectangle 459">
            <a:extLst>
              <a:ext uri="{FF2B5EF4-FFF2-40B4-BE49-F238E27FC236}">
                <a16:creationId xmlns:a16="http://schemas.microsoft.com/office/drawing/2014/main" id="{694F9DA1-E168-0EB1-DEFD-4D62568EDD8F}"/>
              </a:ext>
            </a:extLst>
          </p:cNvPr>
          <p:cNvSpPr>
            <a:spLocks/>
          </p:cNvSpPr>
          <p:nvPr/>
        </p:nvSpPr>
        <p:spPr bwMode="gray">
          <a:xfrm>
            <a:off x="408525" y="3085090"/>
            <a:ext cx="1564289" cy="748520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lang="en-US" sz="4800" b="1" dirty="0">
                <a:ea typeface="Chronicle Display Roman" charset="0"/>
                <a:cs typeface="Chronicle Display Roman" charset="0"/>
              </a:rPr>
              <a:t>4,500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7BE942ED-AC03-8E75-4EDB-DC448937CB04}"/>
              </a:ext>
            </a:extLst>
          </p:cNvPr>
          <p:cNvSpPr txBox="1">
            <a:spLocks/>
          </p:cNvSpPr>
          <p:nvPr/>
        </p:nvSpPr>
        <p:spPr bwMode="gray">
          <a:xfrm>
            <a:off x="408525" y="3900620"/>
            <a:ext cx="1833289" cy="21208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600" dirty="0">
                <a:solidFill>
                  <a:schemeClr val="accent1"/>
                </a:solidFill>
                <a:ea typeface="Open Sans" charset="0"/>
                <a:cs typeface="Open Sans" charset="0"/>
              </a:rPr>
              <a:t>DOLOR SIT ADIPTI</a:t>
            </a:r>
            <a:endParaRPr lang="en-US" sz="1400" dirty="0">
              <a:solidFill>
                <a:schemeClr val="accent1"/>
              </a:solidFill>
              <a:ea typeface="Open Sans" charset="0"/>
              <a:cs typeface="Open Sans" charset="0"/>
            </a:endParaRPr>
          </a:p>
        </p:txBody>
      </p:sp>
      <p:sp>
        <p:nvSpPr>
          <p:cNvPr id="20" name="Rectangle 122">
            <a:extLst>
              <a:ext uri="{FF2B5EF4-FFF2-40B4-BE49-F238E27FC236}">
                <a16:creationId xmlns:a16="http://schemas.microsoft.com/office/drawing/2014/main" id="{51818C7B-7246-479C-303E-71C9E24D91B9}"/>
              </a:ext>
            </a:extLst>
          </p:cNvPr>
          <p:cNvSpPr>
            <a:spLocks/>
          </p:cNvSpPr>
          <p:nvPr/>
        </p:nvSpPr>
        <p:spPr bwMode="gray">
          <a:xfrm>
            <a:off x="408525" y="2567844"/>
            <a:ext cx="3351213" cy="279399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C464B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7" name="Rectangle 105">
            <a:extLst>
              <a:ext uri="{FF2B5EF4-FFF2-40B4-BE49-F238E27FC236}">
                <a16:creationId xmlns:a16="http://schemas.microsoft.com/office/drawing/2014/main" id="{60ABB207-F425-C47E-0105-68A3C0BECF32}"/>
              </a:ext>
            </a:extLst>
          </p:cNvPr>
          <p:cNvSpPr>
            <a:spLocks/>
          </p:cNvSpPr>
          <p:nvPr/>
        </p:nvSpPr>
        <p:spPr bwMode="gray">
          <a:xfrm>
            <a:off x="408525" y="5094114"/>
            <a:ext cx="701027" cy="53020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r>
              <a:rPr lang="en-US" sz="3400" b="1" dirty="0">
                <a:ea typeface="Chronicle Display Roman" charset="0"/>
                <a:cs typeface="Chronicle Display Roman" charset="0"/>
              </a:rPr>
              <a:t>17</a:t>
            </a:r>
          </a:p>
        </p:txBody>
      </p:sp>
      <p:sp>
        <p:nvSpPr>
          <p:cNvPr id="14" name="Rectangle 20">
            <a:extLst>
              <a:ext uri="{FF2B5EF4-FFF2-40B4-BE49-F238E27FC236}">
                <a16:creationId xmlns:a16="http://schemas.microsoft.com/office/drawing/2014/main" id="{DF09C1F3-0F4B-618B-4B18-FB1FBC528976}"/>
              </a:ext>
            </a:extLst>
          </p:cNvPr>
          <p:cNvSpPr>
            <a:spLocks/>
          </p:cNvSpPr>
          <p:nvPr/>
        </p:nvSpPr>
        <p:spPr bwMode="gray">
          <a:xfrm>
            <a:off x="1014341" y="5200450"/>
            <a:ext cx="602650" cy="33683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90000"/>
              </a:lnSpc>
            </a:pPr>
            <a:r>
              <a:rPr lang="en-US" sz="1200" dirty="0">
                <a:ea typeface="Open Sans" charset="0"/>
                <a:cs typeface="Open Sans" charset="0"/>
              </a:rPr>
              <a:t>Dolor</a:t>
            </a:r>
            <a:br>
              <a:rPr lang="en-US" sz="1200" dirty="0">
                <a:solidFill>
                  <a:srgbClr val="3C464B"/>
                </a:solidFill>
                <a:ea typeface="Open Sans" charset="0"/>
                <a:cs typeface="Open Sans" charset="0"/>
              </a:rPr>
            </a:br>
            <a:r>
              <a:rPr lang="en-US" sz="1200" dirty="0" err="1">
                <a:solidFill>
                  <a:schemeClr val="accent1"/>
                </a:solidFill>
                <a:ea typeface="Open Sans" charset="0"/>
                <a:cs typeface="Open Sans" charset="0"/>
              </a:rPr>
              <a:t>adipiscin</a:t>
            </a:r>
            <a:endParaRPr lang="en-US" sz="1200" dirty="0">
              <a:solidFill>
                <a:schemeClr val="accent1"/>
              </a:solidFill>
              <a:ea typeface="Open Sans" charset="0"/>
              <a:cs typeface="Open Sans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E5D229-596B-77C9-E79B-6C4E991A1FD0}"/>
              </a:ext>
            </a:extLst>
          </p:cNvPr>
          <p:cNvSpPr>
            <a:spLocks/>
          </p:cNvSpPr>
          <p:nvPr/>
        </p:nvSpPr>
        <p:spPr bwMode="gray">
          <a:xfrm>
            <a:off x="2779991" y="5200450"/>
            <a:ext cx="841436" cy="336835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>
                <a:ea typeface="Open Sans" charset="0"/>
                <a:cs typeface="Open Sans" charset="0"/>
              </a:rPr>
              <a:t>DOLOR SIT</a:t>
            </a:r>
            <a:br>
              <a:rPr lang="en-US" sz="1200" dirty="0">
                <a:ea typeface="Open Sans" charset="0"/>
                <a:cs typeface="Open Sans" charset="0"/>
              </a:rPr>
            </a:br>
            <a:r>
              <a:rPr lang="en-US" sz="1200" dirty="0">
                <a:solidFill>
                  <a:schemeClr val="accent1"/>
                </a:solidFill>
                <a:ea typeface="Open Sans" charset="0"/>
                <a:cs typeface="Open Sans" charset="0"/>
              </a:rPr>
              <a:t>ADP AMET</a:t>
            </a:r>
          </a:p>
        </p:txBody>
      </p:sp>
      <p:sp>
        <p:nvSpPr>
          <p:cNvPr id="22" name="Rectangle 105">
            <a:extLst>
              <a:ext uri="{FF2B5EF4-FFF2-40B4-BE49-F238E27FC236}">
                <a16:creationId xmlns:a16="http://schemas.microsoft.com/office/drawing/2014/main" id="{2808C4EF-A692-BEDB-C80C-A438BD33399A}"/>
              </a:ext>
            </a:extLst>
          </p:cNvPr>
          <p:cNvSpPr>
            <a:spLocks/>
          </p:cNvSpPr>
          <p:nvPr/>
        </p:nvSpPr>
        <p:spPr bwMode="gray">
          <a:xfrm>
            <a:off x="2200947" y="5094114"/>
            <a:ext cx="490566" cy="53020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/>
          <a:p>
            <a:r>
              <a:rPr lang="en-US" sz="3400" b="1">
                <a:ea typeface="Chronicle Display Roman" charset="0"/>
                <a:cs typeface="Chronicle Display Roman" charset="0"/>
              </a:rPr>
              <a:t>24</a:t>
            </a:r>
          </a:p>
        </p:txBody>
      </p:sp>
      <p:cxnSp>
        <p:nvCxnSpPr>
          <p:cNvPr id="117" name="Gerader Verbinder 118">
            <a:extLst>
              <a:ext uri="{FF2B5EF4-FFF2-40B4-BE49-F238E27FC236}">
                <a16:creationId xmlns:a16="http://schemas.microsoft.com/office/drawing/2014/main" id="{8296C2FC-B791-B8E9-8937-CC63A0B088D7}"/>
              </a:ext>
            </a:extLst>
          </p:cNvPr>
          <p:cNvCxnSpPr>
            <a:cxnSpLocks/>
          </p:cNvCxnSpPr>
          <p:nvPr/>
        </p:nvCxnSpPr>
        <p:spPr bwMode="gray">
          <a:xfrm>
            <a:off x="3053183" y="2567844"/>
            <a:ext cx="0" cy="858808"/>
          </a:xfrm>
          <a:prstGeom prst="line">
            <a:avLst/>
          </a:prstGeom>
          <a:noFill/>
          <a:ln w="9525" cap="rnd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8" name="Gerader Verbinder 119">
            <a:extLst>
              <a:ext uri="{FF2B5EF4-FFF2-40B4-BE49-F238E27FC236}">
                <a16:creationId xmlns:a16="http://schemas.microsoft.com/office/drawing/2014/main" id="{3E5AEBE2-9C88-8532-2CB7-2779E2AC611C}"/>
              </a:ext>
            </a:extLst>
          </p:cNvPr>
          <p:cNvCxnSpPr>
            <a:cxnSpLocks/>
          </p:cNvCxnSpPr>
          <p:nvPr/>
        </p:nvCxnSpPr>
        <p:spPr bwMode="gray">
          <a:xfrm>
            <a:off x="3437491" y="2567845"/>
            <a:ext cx="0" cy="330357"/>
          </a:xfrm>
          <a:prstGeom prst="line">
            <a:avLst/>
          </a:prstGeom>
          <a:noFill/>
          <a:ln w="9525" cap="rnd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9" name="Gruppieren 122">
            <a:extLst>
              <a:ext uri="{FF2B5EF4-FFF2-40B4-BE49-F238E27FC236}">
                <a16:creationId xmlns:a16="http://schemas.microsoft.com/office/drawing/2014/main" id="{079E55A5-0E6E-8517-F2FF-BAC869D6D605}"/>
              </a:ext>
            </a:extLst>
          </p:cNvPr>
          <p:cNvGrpSpPr>
            <a:grpSpLocks/>
          </p:cNvGrpSpPr>
          <p:nvPr/>
        </p:nvGrpSpPr>
        <p:grpSpPr bwMode="gray">
          <a:xfrm>
            <a:off x="408525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20" name="Freeform 582">
              <a:extLst>
                <a:ext uri="{FF2B5EF4-FFF2-40B4-BE49-F238E27FC236}">
                  <a16:creationId xmlns:a16="http://schemas.microsoft.com/office/drawing/2014/main" id="{18DCD11A-A796-82C2-E2E7-789808BDB629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1" name="Freeform 583">
              <a:extLst>
                <a:ext uri="{FF2B5EF4-FFF2-40B4-BE49-F238E27FC236}">
                  <a16:creationId xmlns:a16="http://schemas.microsoft.com/office/drawing/2014/main" id="{C474860E-D72E-60CA-9EE5-4624F4A08144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2" name="Gruppieren 125">
            <a:extLst>
              <a:ext uri="{FF2B5EF4-FFF2-40B4-BE49-F238E27FC236}">
                <a16:creationId xmlns:a16="http://schemas.microsoft.com/office/drawing/2014/main" id="{08BBDDD1-A1C2-440B-49E0-E51C67F4E9F3}"/>
              </a:ext>
            </a:extLst>
          </p:cNvPr>
          <p:cNvGrpSpPr>
            <a:grpSpLocks/>
          </p:cNvGrpSpPr>
          <p:nvPr/>
        </p:nvGrpSpPr>
        <p:grpSpPr bwMode="gray">
          <a:xfrm>
            <a:off x="673213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23" name="Freeform 582">
              <a:extLst>
                <a:ext uri="{FF2B5EF4-FFF2-40B4-BE49-F238E27FC236}">
                  <a16:creationId xmlns:a16="http://schemas.microsoft.com/office/drawing/2014/main" id="{1F8D1094-A77C-DE8C-C98A-EF47050062CD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4" name="Freeform 583">
              <a:extLst>
                <a:ext uri="{FF2B5EF4-FFF2-40B4-BE49-F238E27FC236}">
                  <a16:creationId xmlns:a16="http://schemas.microsoft.com/office/drawing/2014/main" id="{4331E82F-8914-8AA2-1C92-89FA33341A52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5" name="Gruppieren 128">
            <a:extLst>
              <a:ext uri="{FF2B5EF4-FFF2-40B4-BE49-F238E27FC236}">
                <a16:creationId xmlns:a16="http://schemas.microsoft.com/office/drawing/2014/main" id="{61C81D20-D799-33A5-19E2-10181691A47F}"/>
              </a:ext>
            </a:extLst>
          </p:cNvPr>
          <p:cNvGrpSpPr>
            <a:grpSpLocks/>
          </p:cNvGrpSpPr>
          <p:nvPr/>
        </p:nvGrpSpPr>
        <p:grpSpPr bwMode="gray">
          <a:xfrm>
            <a:off x="937901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26" name="Freeform 582">
              <a:extLst>
                <a:ext uri="{FF2B5EF4-FFF2-40B4-BE49-F238E27FC236}">
                  <a16:creationId xmlns:a16="http://schemas.microsoft.com/office/drawing/2014/main" id="{03718554-AC7E-E0D1-5B8E-E2BE671542EA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Freeform 583">
              <a:extLst>
                <a:ext uri="{FF2B5EF4-FFF2-40B4-BE49-F238E27FC236}">
                  <a16:creationId xmlns:a16="http://schemas.microsoft.com/office/drawing/2014/main" id="{FC5289CB-5A1E-5B82-2217-3D5E08C410EE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8" name="Gruppieren 131">
            <a:extLst>
              <a:ext uri="{FF2B5EF4-FFF2-40B4-BE49-F238E27FC236}">
                <a16:creationId xmlns:a16="http://schemas.microsoft.com/office/drawing/2014/main" id="{0D834773-2E77-43D8-A534-CD1058876BB0}"/>
              </a:ext>
            </a:extLst>
          </p:cNvPr>
          <p:cNvGrpSpPr>
            <a:grpSpLocks/>
          </p:cNvGrpSpPr>
          <p:nvPr/>
        </p:nvGrpSpPr>
        <p:grpSpPr bwMode="gray">
          <a:xfrm>
            <a:off x="1202589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29" name="Freeform 582">
              <a:extLst>
                <a:ext uri="{FF2B5EF4-FFF2-40B4-BE49-F238E27FC236}">
                  <a16:creationId xmlns:a16="http://schemas.microsoft.com/office/drawing/2014/main" id="{6CB76138-1DB6-4BC5-D0B3-165E2920B3DB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0" name="Freeform 583">
              <a:extLst>
                <a:ext uri="{FF2B5EF4-FFF2-40B4-BE49-F238E27FC236}">
                  <a16:creationId xmlns:a16="http://schemas.microsoft.com/office/drawing/2014/main" id="{8A7CA13A-824B-9E91-E4D6-67CA6BCBDB2D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1" name="Gruppieren 134">
            <a:extLst>
              <a:ext uri="{FF2B5EF4-FFF2-40B4-BE49-F238E27FC236}">
                <a16:creationId xmlns:a16="http://schemas.microsoft.com/office/drawing/2014/main" id="{6D9C0AF2-7FAF-27C5-934D-1CF573658A46}"/>
              </a:ext>
            </a:extLst>
          </p:cNvPr>
          <p:cNvGrpSpPr>
            <a:grpSpLocks/>
          </p:cNvGrpSpPr>
          <p:nvPr/>
        </p:nvGrpSpPr>
        <p:grpSpPr bwMode="gray">
          <a:xfrm>
            <a:off x="1467277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32" name="Freeform 582">
              <a:extLst>
                <a:ext uri="{FF2B5EF4-FFF2-40B4-BE49-F238E27FC236}">
                  <a16:creationId xmlns:a16="http://schemas.microsoft.com/office/drawing/2014/main" id="{43D9B8DF-57F8-34A2-E278-A0D7909643AB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3" name="Freeform 583">
              <a:extLst>
                <a:ext uri="{FF2B5EF4-FFF2-40B4-BE49-F238E27FC236}">
                  <a16:creationId xmlns:a16="http://schemas.microsoft.com/office/drawing/2014/main" id="{308F4B1B-7610-0E68-F04A-36285A74B4A6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4" name="Gruppieren 137">
            <a:extLst>
              <a:ext uri="{FF2B5EF4-FFF2-40B4-BE49-F238E27FC236}">
                <a16:creationId xmlns:a16="http://schemas.microsoft.com/office/drawing/2014/main" id="{0AE7501D-704D-31ED-7155-24E6F30C07D0}"/>
              </a:ext>
            </a:extLst>
          </p:cNvPr>
          <p:cNvGrpSpPr>
            <a:grpSpLocks/>
          </p:cNvGrpSpPr>
          <p:nvPr/>
        </p:nvGrpSpPr>
        <p:grpSpPr bwMode="gray">
          <a:xfrm>
            <a:off x="1731965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35" name="Freeform 582">
              <a:extLst>
                <a:ext uri="{FF2B5EF4-FFF2-40B4-BE49-F238E27FC236}">
                  <a16:creationId xmlns:a16="http://schemas.microsoft.com/office/drawing/2014/main" id="{CE1B3F15-46E4-29B3-07F8-3CA9CB477439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6" name="Freeform 583">
              <a:extLst>
                <a:ext uri="{FF2B5EF4-FFF2-40B4-BE49-F238E27FC236}">
                  <a16:creationId xmlns:a16="http://schemas.microsoft.com/office/drawing/2014/main" id="{48362315-37CB-4E0C-BF62-1CB1322F6718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7" name="Gruppieren 140">
            <a:extLst>
              <a:ext uri="{FF2B5EF4-FFF2-40B4-BE49-F238E27FC236}">
                <a16:creationId xmlns:a16="http://schemas.microsoft.com/office/drawing/2014/main" id="{43A186BE-3099-5230-AEBD-C845B6152781}"/>
              </a:ext>
            </a:extLst>
          </p:cNvPr>
          <p:cNvGrpSpPr>
            <a:grpSpLocks/>
          </p:cNvGrpSpPr>
          <p:nvPr/>
        </p:nvGrpSpPr>
        <p:grpSpPr bwMode="gray">
          <a:xfrm>
            <a:off x="1996653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38" name="Freeform 582">
              <a:extLst>
                <a:ext uri="{FF2B5EF4-FFF2-40B4-BE49-F238E27FC236}">
                  <a16:creationId xmlns:a16="http://schemas.microsoft.com/office/drawing/2014/main" id="{3EDAD8CE-3771-32E8-CC93-E8665A9A6BEA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9" name="Freeform 583">
              <a:extLst>
                <a:ext uri="{FF2B5EF4-FFF2-40B4-BE49-F238E27FC236}">
                  <a16:creationId xmlns:a16="http://schemas.microsoft.com/office/drawing/2014/main" id="{F22C5598-657B-0331-E9A5-4B154EF26CDC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0" name="Gruppieren 143">
            <a:extLst>
              <a:ext uri="{FF2B5EF4-FFF2-40B4-BE49-F238E27FC236}">
                <a16:creationId xmlns:a16="http://schemas.microsoft.com/office/drawing/2014/main" id="{E39F3957-8758-2138-EA1C-2B6941893574}"/>
              </a:ext>
            </a:extLst>
          </p:cNvPr>
          <p:cNvGrpSpPr>
            <a:grpSpLocks/>
          </p:cNvGrpSpPr>
          <p:nvPr/>
        </p:nvGrpSpPr>
        <p:grpSpPr bwMode="gray">
          <a:xfrm>
            <a:off x="2261341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41" name="Freeform 582">
              <a:extLst>
                <a:ext uri="{FF2B5EF4-FFF2-40B4-BE49-F238E27FC236}">
                  <a16:creationId xmlns:a16="http://schemas.microsoft.com/office/drawing/2014/main" id="{38823B0E-B2B1-5583-625D-EA1C24E10FF8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2" name="Freeform 583">
              <a:extLst>
                <a:ext uri="{FF2B5EF4-FFF2-40B4-BE49-F238E27FC236}">
                  <a16:creationId xmlns:a16="http://schemas.microsoft.com/office/drawing/2014/main" id="{CAC2E9CA-5247-9BF6-2655-B91A2372FDC5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3" name="Gruppieren 146">
            <a:extLst>
              <a:ext uri="{FF2B5EF4-FFF2-40B4-BE49-F238E27FC236}">
                <a16:creationId xmlns:a16="http://schemas.microsoft.com/office/drawing/2014/main" id="{3F0CA02E-C7F5-6AB9-B74C-0518EF66F4F8}"/>
              </a:ext>
            </a:extLst>
          </p:cNvPr>
          <p:cNvGrpSpPr>
            <a:grpSpLocks/>
          </p:cNvGrpSpPr>
          <p:nvPr/>
        </p:nvGrpSpPr>
        <p:grpSpPr bwMode="gray">
          <a:xfrm>
            <a:off x="2526029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44" name="Freeform 582">
              <a:extLst>
                <a:ext uri="{FF2B5EF4-FFF2-40B4-BE49-F238E27FC236}">
                  <a16:creationId xmlns:a16="http://schemas.microsoft.com/office/drawing/2014/main" id="{98BF99E9-E78C-EBDD-3934-3D1C9267CA4B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5" name="Freeform 583">
              <a:extLst>
                <a:ext uri="{FF2B5EF4-FFF2-40B4-BE49-F238E27FC236}">
                  <a16:creationId xmlns:a16="http://schemas.microsoft.com/office/drawing/2014/main" id="{C060F199-6F72-A338-A2A4-02023DCAD775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6" name="Gruppieren 149">
            <a:extLst>
              <a:ext uri="{FF2B5EF4-FFF2-40B4-BE49-F238E27FC236}">
                <a16:creationId xmlns:a16="http://schemas.microsoft.com/office/drawing/2014/main" id="{BCEDD03B-3EEB-9D36-39E8-EB7780E9070A}"/>
              </a:ext>
            </a:extLst>
          </p:cNvPr>
          <p:cNvGrpSpPr>
            <a:grpSpLocks/>
          </p:cNvGrpSpPr>
          <p:nvPr/>
        </p:nvGrpSpPr>
        <p:grpSpPr bwMode="gray">
          <a:xfrm>
            <a:off x="2790717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47" name="Freeform 582">
              <a:extLst>
                <a:ext uri="{FF2B5EF4-FFF2-40B4-BE49-F238E27FC236}">
                  <a16:creationId xmlns:a16="http://schemas.microsoft.com/office/drawing/2014/main" id="{04AF4EE7-B9A1-6B56-8B79-9BC6797F8E69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8" name="Freeform 583">
              <a:extLst>
                <a:ext uri="{FF2B5EF4-FFF2-40B4-BE49-F238E27FC236}">
                  <a16:creationId xmlns:a16="http://schemas.microsoft.com/office/drawing/2014/main" id="{B50EEEEA-B5F3-CC83-0750-FE2137F6139D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9" name="Gruppieren 152">
            <a:extLst>
              <a:ext uri="{FF2B5EF4-FFF2-40B4-BE49-F238E27FC236}">
                <a16:creationId xmlns:a16="http://schemas.microsoft.com/office/drawing/2014/main" id="{857C1730-F0F2-53A5-B97B-EFC499B1EA0E}"/>
              </a:ext>
            </a:extLst>
          </p:cNvPr>
          <p:cNvGrpSpPr>
            <a:grpSpLocks/>
          </p:cNvGrpSpPr>
          <p:nvPr/>
        </p:nvGrpSpPr>
        <p:grpSpPr bwMode="gray">
          <a:xfrm>
            <a:off x="3055405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50" name="Freeform 582">
              <a:extLst>
                <a:ext uri="{FF2B5EF4-FFF2-40B4-BE49-F238E27FC236}">
                  <a16:creationId xmlns:a16="http://schemas.microsoft.com/office/drawing/2014/main" id="{6097215E-D209-DCA6-9BF8-B2D5DD7205B4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1" name="Freeform 583">
              <a:extLst>
                <a:ext uri="{FF2B5EF4-FFF2-40B4-BE49-F238E27FC236}">
                  <a16:creationId xmlns:a16="http://schemas.microsoft.com/office/drawing/2014/main" id="{646A940D-FF88-8ED2-7576-1A96509FBC73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52" name="Gruppieren 155">
            <a:extLst>
              <a:ext uri="{FF2B5EF4-FFF2-40B4-BE49-F238E27FC236}">
                <a16:creationId xmlns:a16="http://schemas.microsoft.com/office/drawing/2014/main" id="{6ECC1948-430C-A9BD-BF77-F6799CB4075A}"/>
              </a:ext>
            </a:extLst>
          </p:cNvPr>
          <p:cNvGrpSpPr>
            <a:grpSpLocks/>
          </p:cNvGrpSpPr>
          <p:nvPr/>
        </p:nvGrpSpPr>
        <p:grpSpPr bwMode="gray">
          <a:xfrm>
            <a:off x="3320093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53" name="Freeform 582">
              <a:extLst>
                <a:ext uri="{FF2B5EF4-FFF2-40B4-BE49-F238E27FC236}">
                  <a16:creationId xmlns:a16="http://schemas.microsoft.com/office/drawing/2014/main" id="{02578FC2-0479-4B04-F306-10EBBFCBA642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4" name="Freeform 583">
              <a:extLst>
                <a:ext uri="{FF2B5EF4-FFF2-40B4-BE49-F238E27FC236}">
                  <a16:creationId xmlns:a16="http://schemas.microsoft.com/office/drawing/2014/main" id="{5DA863D1-3F77-17E0-DE2E-FFC879542ABE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55" name="Gruppieren 158">
            <a:extLst>
              <a:ext uri="{FF2B5EF4-FFF2-40B4-BE49-F238E27FC236}">
                <a16:creationId xmlns:a16="http://schemas.microsoft.com/office/drawing/2014/main" id="{41C78072-0C32-44A7-8F89-BB743B3C6354}"/>
              </a:ext>
            </a:extLst>
          </p:cNvPr>
          <p:cNvGrpSpPr>
            <a:grpSpLocks/>
          </p:cNvGrpSpPr>
          <p:nvPr/>
        </p:nvGrpSpPr>
        <p:grpSpPr bwMode="gray">
          <a:xfrm>
            <a:off x="3584778" y="4765528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56" name="Freeform 582">
              <a:extLst>
                <a:ext uri="{FF2B5EF4-FFF2-40B4-BE49-F238E27FC236}">
                  <a16:creationId xmlns:a16="http://schemas.microsoft.com/office/drawing/2014/main" id="{9103343B-E98E-2140-18D4-E3AA5CB3B67A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7" name="Freeform 583">
              <a:extLst>
                <a:ext uri="{FF2B5EF4-FFF2-40B4-BE49-F238E27FC236}">
                  <a16:creationId xmlns:a16="http://schemas.microsoft.com/office/drawing/2014/main" id="{28E8BCC3-4269-496B-6854-C44D913AEFE1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58" name="Grafik 166">
            <a:extLst>
              <a:ext uri="{FF2B5EF4-FFF2-40B4-BE49-F238E27FC236}">
                <a16:creationId xmlns:a16="http://schemas.microsoft.com/office/drawing/2014/main" id="{368924E8-7D82-E0F1-9813-97BF6C6A5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3115814" y="2915206"/>
            <a:ext cx="643357" cy="643357"/>
          </a:xfrm>
          <a:prstGeom prst="rect">
            <a:avLst/>
          </a:prstGeom>
        </p:spPr>
      </p:pic>
      <p:pic>
        <p:nvPicPr>
          <p:cNvPr id="159" name="Grafik 168">
            <a:extLst>
              <a:ext uri="{FF2B5EF4-FFF2-40B4-BE49-F238E27FC236}">
                <a16:creationId xmlns:a16="http://schemas.microsoft.com/office/drawing/2014/main" id="{816F8F96-3AB8-D153-E14B-A8E346398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2731504" y="3437439"/>
            <a:ext cx="643357" cy="643357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D8DA72CC-555B-0D2E-2EF7-71316D572A20}"/>
              </a:ext>
            </a:extLst>
          </p:cNvPr>
          <p:cNvSpPr txBox="1">
            <a:spLocks/>
          </p:cNvSpPr>
          <p:nvPr/>
        </p:nvSpPr>
        <p:spPr bwMode="gray">
          <a:xfrm>
            <a:off x="8599487" y="1557338"/>
            <a:ext cx="3221038" cy="91440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accent1"/>
                </a:solidFill>
                <a:ea typeface="Open Sans" charset="0"/>
                <a:cs typeface="Open Sans" charset="0"/>
              </a:rPr>
              <a:t>LOREIPSU</a:t>
            </a:r>
            <a:br>
              <a:rPr lang="en-US" sz="2000" dirty="0">
                <a:solidFill>
                  <a:srgbClr val="3C464B"/>
                </a:solidFill>
                <a:ea typeface="Open Sans" charset="0"/>
                <a:cs typeface="Open Sans" charset="0"/>
              </a:rPr>
            </a:br>
            <a:r>
              <a:rPr lang="en-US" sz="2000" dirty="0">
                <a:ea typeface="Open Sans" charset="0"/>
                <a:cs typeface="Open Sans" charset="0"/>
              </a:rPr>
              <a:t>AMENSETET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5CFBD2EF-B8EB-6D73-439F-E359F7B8B85C}"/>
              </a:ext>
            </a:extLst>
          </p:cNvPr>
          <p:cNvSpPr/>
          <p:nvPr/>
        </p:nvSpPr>
        <p:spPr>
          <a:xfrm>
            <a:off x="407988" y="6275487"/>
            <a:ext cx="4045979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Aft>
                <a:spcPts val="110"/>
              </a:spcAft>
            </a:pPr>
            <a:r>
              <a:rPr lang="en-US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dashboard, dashboards, overview, overviews, summary, summaries</a:t>
            </a:r>
          </a:p>
        </p:txBody>
      </p:sp>
      <p:pic>
        <p:nvPicPr>
          <p:cNvPr id="6" name="Grafik 5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D18F00A2-81B8-0EB1-9E59-B6E0605A0C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91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hink-cell data - do not delete" hidden="1">
            <a:extLst>
              <a:ext uri="{FF2B5EF4-FFF2-40B4-BE49-F238E27FC236}">
                <a16:creationId xmlns:a16="http://schemas.microsoft.com/office/drawing/2014/main" id="{33489AD3-772D-FC1C-246E-93214A6AFCE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0" imgW="349" imgH="349" progId="TCLayout.ActiveDocument.1">
                  <p:embed/>
                </p:oleObj>
              </mc:Choice>
              <mc:Fallback>
                <p:oleObj name="think-cell Folie" r:id="rId20" imgW="349" imgH="349" progId="TCLayout.ActiveDocument.1">
                  <p:embed/>
                  <p:pic>
                    <p:nvPicPr>
                      <p:cNvPr id="3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489AD3-772D-FC1C-246E-93214A6AFC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67">
            <a:extLst>
              <a:ext uri="{FF2B5EF4-FFF2-40B4-BE49-F238E27FC236}">
                <a16:creationId xmlns:a16="http://schemas.microsoft.com/office/drawing/2014/main" id="{621D3F94-1B7E-4589-CF8B-2AA87F5AD5F2}"/>
              </a:ext>
            </a:extLst>
          </p:cNvPr>
          <p:cNvSpPr>
            <a:spLocks/>
          </p:cNvSpPr>
          <p:nvPr/>
        </p:nvSpPr>
        <p:spPr>
          <a:xfrm>
            <a:off x="0" y="2547741"/>
            <a:ext cx="12192000" cy="35095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hteck: abgerundete Ecken 3">
            <a:extLst>
              <a:ext uri="{FF2B5EF4-FFF2-40B4-BE49-F238E27FC236}">
                <a16:creationId xmlns:a16="http://schemas.microsoft.com/office/drawing/2014/main" id="{294E872E-E152-292A-FFFF-A424B520C48F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408525" y="1557338"/>
            <a:ext cx="6762750" cy="4304258"/>
          </a:xfrm>
          <a:prstGeom prst="roundRect">
            <a:avLst>
              <a:gd name="adj" fmla="val 5538"/>
            </a:avLst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1" name="Rechteck 13">
            <a:extLst>
              <a:ext uri="{FF2B5EF4-FFF2-40B4-BE49-F238E27FC236}">
                <a16:creationId xmlns:a16="http://schemas.microsoft.com/office/drawing/2014/main" id="{801072D4-CA52-BC2A-0D91-BB03689B2D5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3988680" y="1889759"/>
            <a:ext cx="2828925" cy="17368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32000" rIns="0" bIns="0" rtlCol="0" anchor="ctr"/>
          <a:lstStyle/>
          <a:p>
            <a:pPr algn="ctr">
              <a:spcAft>
                <a:spcPts val="300"/>
              </a:spcAft>
              <a:buClr>
                <a:srgbClr val="454545"/>
              </a:buClr>
              <a:defRPr/>
            </a:pPr>
            <a:r>
              <a:rPr lang="en-US" sz="2000" dirty="0">
                <a:solidFill>
                  <a:schemeClr val="tx1"/>
                </a:solidFill>
              </a:rPr>
              <a:t>Sales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1,000,000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32" name="Rechteck 78">
            <a:extLst>
              <a:ext uri="{FF2B5EF4-FFF2-40B4-BE49-F238E27FC236}">
                <a16:creationId xmlns:a16="http://schemas.microsoft.com/office/drawing/2014/main" id="{ECC0CC8A-0A24-1EE6-05BC-663ADF953553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3988680" y="3806565"/>
            <a:ext cx="2828925" cy="17368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32000" rIns="0" bIns="0" rtlCol="0" anchor="ctr"/>
          <a:lstStyle/>
          <a:p>
            <a:pPr algn="ctr">
              <a:spcAft>
                <a:spcPts val="300"/>
              </a:spcAft>
              <a:buClr>
                <a:srgbClr val="454545"/>
              </a:buClr>
            </a:pPr>
            <a:r>
              <a:rPr lang="en-US" sz="2000">
                <a:solidFill>
                  <a:schemeClr val="tx1"/>
                </a:solidFill>
              </a:rPr>
              <a:t>Orders</a:t>
            </a:r>
          </a:p>
          <a:p>
            <a:pPr algn="ctr">
              <a:spcAft>
                <a:spcPts val="300"/>
              </a:spcAft>
              <a:buClr>
                <a:srgbClr val="454545"/>
              </a:buClr>
            </a:pPr>
            <a:r>
              <a:rPr lang="en-US" sz="3200" b="1">
                <a:solidFill>
                  <a:schemeClr val="tx1"/>
                </a:solidFill>
              </a:rPr>
              <a:t>1,000,000</a:t>
            </a:r>
          </a:p>
        </p:txBody>
      </p:sp>
      <p:pic>
        <p:nvPicPr>
          <p:cNvPr id="33" name="Grafik 15">
            <a:extLst>
              <a:ext uri="{FF2B5EF4-FFF2-40B4-BE49-F238E27FC236}">
                <a16:creationId xmlns:a16="http://schemas.microsoft.com/office/drawing/2014/main" id="{56BF75CF-6451-A1CD-3772-BD6AE3B1F9C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139299" y="4007265"/>
            <a:ext cx="527686" cy="527686"/>
          </a:xfrm>
          <a:prstGeom prst="rect">
            <a:avLst/>
          </a:prstGeom>
        </p:spPr>
      </p:pic>
      <p:pic>
        <p:nvPicPr>
          <p:cNvPr id="34" name="Grafik 17">
            <a:extLst>
              <a:ext uri="{FF2B5EF4-FFF2-40B4-BE49-F238E27FC236}">
                <a16:creationId xmlns:a16="http://schemas.microsoft.com/office/drawing/2014/main" id="{96FA9167-3125-D50F-18AB-382CEF57723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139299" y="2090459"/>
            <a:ext cx="527686" cy="52768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Stats dashboard</a:t>
            </a:r>
          </a:p>
        </p:txBody>
      </p:sp>
      <p:sp>
        <p:nvSpPr>
          <p:cNvPr id="4" name="Ellipse 40">
            <a:extLst>
              <a:ext uri="{FF2B5EF4-FFF2-40B4-BE49-F238E27FC236}">
                <a16:creationId xmlns:a16="http://schemas.microsoft.com/office/drawing/2014/main" id="{724A684A-C956-1891-129A-650C28172940}"/>
              </a:ext>
            </a:extLst>
          </p:cNvPr>
          <p:cNvSpPr>
            <a:spLocks/>
          </p:cNvSpPr>
          <p:nvPr/>
        </p:nvSpPr>
        <p:spPr>
          <a:xfrm>
            <a:off x="7600950" y="2834114"/>
            <a:ext cx="485909" cy="4866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</a:rPr>
              <a:t>01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8A2BD817-7C75-0E5E-3AF5-37048C439A74}"/>
              </a:ext>
            </a:extLst>
          </p:cNvPr>
          <p:cNvSpPr txBox="1">
            <a:spLocks/>
          </p:cNvSpPr>
          <p:nvPr/>
        </p:nvSpPr>
        <p:spPr>
          <a:xfrm>
            <a:off x="8320248" y="2800312"/>
            <a:ext cx="3489166" cy="530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Lorem ipsum dolor sit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amet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7" name="Ellipse 42">
            <a:extLst>
              <a:ext uri="{FF2B5EF4-FFF2-40B4-BE49-F238E27FC236}">
                <a16:creationId xmlns:a16="http://schemas.microsoft.com/office/drawing/2014/main" id="{33F5BED4-D292-DA04-1E38-4BC5F2F7151B}"/>
              </a:ext>
            </a:extLst>
          </p:cNvPr>
          <p:cNvSpPr>
            <a:spLocks/>
          </p:cNvSpPr>
          <p:nvPr/>
        </p:nvSpPr>
        <p:spPr>
          <a:xfrm>
            <a:off x="7600950" y="3588283"/>
            <a:ext cx="485909" cy="4866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</a:rPr>
              <a:t>02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FD08E5BC-FB96-8C20-C538-D87AE637F8AA}"/>
              </a:ext>
            </a:extLst>
          </p:cNvPr>
          <p:cNvSpPr txBox="1">
            <a:spLocks/>
          </p:cNvSpPr>
          <p:nvPr/>
        </p:nvSpPr>
        <p:spPr>
          <a:xfrm>
            <a:off x="8320248" y="3554481"/>
            <a:ext cx="3489166" cy="530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Lorem ipsum dolor sit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amet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Lorem ipsum dolor sit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amet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consectetur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11" name="Ellipse 44">
            <a:extLst>
              <a:ext uri="{FF2B5EF4-FFF2-40B4-BE49-F238E27FC236}">
                <a16:creationId xmlns:a16="http://schemas.microsoft.com/office/drawing/2014/main" id="{8CF48D56-4E3A-1FC4-5CDF-5B4996C1CD75}"/>
              </a:ext>
            </a:extLst>
          </p:cNvPr>
          <p:cNvSpPr>
            <a:spLocks/>
          </p:cNvSpPr>
          <p:nvPr/>
        </p:nvSpPr>
        <p:spPr>
          <a:xfrm>
            <a:off x="7600950" y="4342453"/>
            <a:ext cx="485909" cy="4866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</a:rPr>
              <a:t>03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8D062918-E78B-9EB0-BF38-097C75A46127}"/>
              </a:ext>
            </a:extLst>
          </p:cNvPr>
          <p:cNvSpPr txBox="1">
            <a:spLocks/>
          </p:cNvSpPr>
          <p:nvPr/>
        </p:nvSpPr>
        <p:spPr>
          <a:xfrm>
            <a:off x="8320248" y="4308650"/>
            <a:ext cx="3489166" cy="530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Lorem ipsum dolor sit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amet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Lorem ipsum dolor sit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amet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consectetur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13" name="Ellipse 46">
            <a:extLst>
              <a:ext uri="{FF2B5EF4-FFF2-40B4-BE49-F238E27FC236}">
                <a16:creationId xmlns:a16="http://schemas.microsoft.com/office/drawing/2014/main" id="{2789FD22-74D5-25DF-B64A-76AF692C0392}"/>
              </a:ext>
            </a:extLst>
          </p:cNvPr>
          <p:cNvSpPr>
            <a:spLocks/>
          </p:cNvSpPr>
          <p:nvPr/>
        </p:nvSpPr>
        <p:spPr>
          <a:xfrm>
            <a:off x="7600950" y="5096621"/>
            <a:ext cx="485909" cy="4866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</a:rPr>
              <a:t>04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6D62613B-B280-45FB-00DD-3E338EACC5CC}"/>
              </a:ext>
            </a:extLst>
          </p:cNvPr>
          <p:cNvSpPr txBox="1">
            <a:spLocks/>
          </p:cNvSpPr>
          <p:nvPr/>
        </p:nvSpPr>
        <p:spPr>
          <a:xfrm>
            <a:off x="8320248" y="5062820"/>
            <a:ext cx="3489166" cy="530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Lorem ipsum dolor sit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amet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Lorem ipsum dolor sit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amet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consectetur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cxnSp>
        <p:nvCxnSpPr>
          <p:cNvPr id="15" name="Gerader Verbinder 48">
            <a:extLst>
              <a:ext uri="{FF2B5EF4-FFF2-40B4-BE49-F238E27FC236}">
                <a16:creationId xmlns:a16="http://schemas.microsoft.com/office/drawing/2014/main" id="{D1A5E051-2C65-355D-4EF6-2F438ED202EE}"/>
              </a:ext>
            </a:extLst>
          </p:cNvPr>
          <p:cNvCxnSpPr>
            <a:cxnSpLocks/>
          </p:cNvCxnSpPr>
          <p:nvPr/>
        </p:nvCxnSpPr>
        <p:spPr>
          <a:xfrm>
            <a:off x="8320247" y="3442854"/>
            <a:ext cx="3489166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49">
            <a:extLst>
              <a:ext uri="{FF2B5EF4-FFF2-40B4-BE49-F238E27FC236}">
                <a16:creationId xmlns:a16="http://schemas.microsoft.com/office/drawing/2014/main" id="{EB75F483-C506-989F-20EF-7BAF905F2107}"/>
              </a:ext>
            </a:extLst>
          </p:cNvPr>
          <p:cNvCxnSpPr>
            <a:cxnSpLocks/>
          </p:cNvCxnSpPr>
          <p:nvPr/>
        </p:nvCxnSpPr>
        <p:spPr>
          <a:xfrm>
            <a:off x="8320247" y="4197023"/>
            <a:ext cx="3489166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50">
            <a:extLst>
              <a:ext uri="{FF2B5EF4-FFF2-40B4-BE49-F238E27FC236}">
                <a16:creationId xmlns:a16="http://schemas.microsoft.com/office/drawing/2014/main" id="{17DB44F2-7262-EDFF-D4F4-41C3E4DA15AB}"/>
              </a:ext>
            </a:extLst>
          </p:cNvPr>
          <p:cNvCxnSpPr>
            <a:cxnSpLocks/>
          </p:cNvCxnSpPr>
          <p:nvPr/>
        </p:nvCxnSpPr>
        <p:spPr>
          <a:xfrm>
            <a:off x="8320247" y="4951192"/>
            <a:ext cx="3489166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18">
            <a:extLst>
              <a:ext uri="{FF2B5EF4-FFF2-40B4-BE49-F238E27FC236}">
                <a16:creationId xmlns:a16="http://schemas.microsoft.com/office/drawing/2014/main" id="{5BA53D6E-AA1A-8F3F-0E2B-7912A7876E8C}"/>
              </a:ext>
            </a:extLst>
          </p:cNvPr>
          <p:cNvSpPr>
            <a:spLocks/>
          </p:cNvSpPr>
          <p:nvPr/>
        </p:nvSpPr>
        <p:spPr>
          <a:xfrm>
            <a:off x="8811106" y="-805994"/>
            <a:ext cx="4575600" cy="136536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>
            <a:outerShdw blurRad="1524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b">
            <a:spAutoFit/>
          </a:bodyPr>
          <a:lstStyle/>
          <a:p>
            <a:r>
              <a:rPr lang="en-US" sz="1200" u="sng" dirty="0">
                <a:solidFill>
                  <a:schemeClr val="tx1"/>
                </a:solidFill>
              </a:rPr>
              <a:t>This slide contains </a:t>
            </a:r>
            <a:r>
              <a:rPr lang="en-US" sz="1200" b="1" u="sng" dirty="0">
                <a:solidFill>
                  <a:schemeClr val="tx1"/>
                </a:solidFill>
              </a:rPr>
              <a:t>think-cell charts</a:t>
            </a:r>
            <a:r>
              <a:rPr lang="en-US" sz="1200" u="sng" dirty="0">
                <a:solidFill>
                  <a:schemeClr val="tx1"/>
                </a:solidFill>
              </a:rPr>
              <a:t>.</a:t>
            </a: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</a:t>
            </a:r>
            <a:r>
              <a:rPr lang="en-US" sz="1200" b="1" dirty="0">
                <a:solidFill>
                  <a:schemeClr val="tx1"/>
                </a:solidFill>
              </a:rPr>
              <a:t> open a chart's internal datasheet</a:t>
            </a:r>
            <a:r>
              <a:rPr lang="en-US" sz="1200" dirty="0">
                <a:solidFill>
                  <a:schemeClr val="tx1"/>
                </a:solidFill>
              </a:rPr>
              <a:t>, double-click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any empty space in the chart.</a:t>
            </a:r>
            <a:endParaRPr lang="en-US" sz="1200" dirty="0">
              <a:solidFill>
                <a:schemeClr val="tx1"/>
              </a:solidFill>
              <a:cs typeface="Arial"/>
            </a:endParaRP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 </a:t>
            </a:r>
            <a:r>
              <a:rPr lang="en-US" sz="1200" b="1" dirty="0">
                <a:solidFill>
                  <a:schemeClr val="tx1"/>
                </a:solidFill>
              </a:rPr>
              <a:t>add annotations </a:t>
            </a:r>
            <a:r>
              <a:rPr lang="en-US" sz="1200" dirty="0">
                <a:solidFill>
                  <a:schemeClr val="tx1"/>
                </a:solidFill>
              </a:rPr>
              <a:t>(e.g., CAGR arrows, difference arrows),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right-click a chart or a chart feature to open the context menu.</a:t>
            </a:r>
            <a:endParaRPr lang="en-US" sz="1200" dirty="0">
              <a:solidFill>
                <a:schemeClr val="tx1"/>
              </a:solidFill>
              <a:cs typeface="Arial"/>
            </a:endParaRP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 </a:t>
            </a:r>
            <a:r>
              <a:rPr lang="en-US" sz="1200" b="1" dirty="0">
                <a:solidFill>
                  <a:schemeClr val="tx1"/>
                </a:solidFill>
              </a:rPr>
              <a:t>change the style and formatting</a:t>
            </a:r>
            <a:r>
              <a:rPr lang="en-US" sz="1200" dirty="0">
                <a:solidFill>
                  <a:schemeClr val="tx1"/>
                </a:solidFill>
              </a:rPr>
              <a:t> of a chart or a feature,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click the chart or feature to open the mini toolbar.</a:t>
            </a:r>
            <a:endParaRPr lang="en-US" sz="1200" dirty="0">
              <a:solidFill>
                <a:schemeClr val="tx1"/>
              </a:solidFill>
              <a:cs typeface="Arial"/>
            </a:endParaRPr>
          </a:p>
        </p:txBody>
      </p:sp>
      <p:cxnSp>
        <p:nvCxnSpPr>
          <p:cNvPr id="57" name="Gerader Verbinder 21">
            <a:extLst>
              <a:ext uri="{FF2B5EF4-FFF2-40B4-BE49-F238E27FC236}">
                <a16:creationId xmlns:a16="http://schemas.microsoft.com/office/drawing/2014/main" id="{0DDCB273-77E0-A95E-8EE5-038206FC7740}"/>
              </a:ext>
            </a:extLst>
          </p:cNvPr>
          <p:cNvCxnSpPr>
            <a:cxnSpLocks/>
          </p:cNvCxnSpPr>
          <p:nvPr/>
        </p:nvCxnSpPr>
        <p:spPr>
          <a:xfrm flipH="1">
            <a:off x="762195" y="3683000"/>
            <a:ext cx="2828925" cy="1588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platzhalter 2">
            <a:extLst>
              <a:ext uri="{FF2B5EF4-FFF2-40B4-BE49-F238E27FC236}">
                <a16:creationId xmlns:a16="http://schemas.microsoft.com/office/drawing/2014/main" id="{F61F967D-EC0F-82A2-6E5F-9D1836E7346E}"/>
              </a:ext>
            </a:extLst>
          </p:cNvPr>
          <p:cNvSpPr txBox="1">
            <a:spLocks/>
          </p:cNvSpPr>
          <p:nvPr/>
        </p:nvSpPr>
        <p:spPr>
          <a:xfrm>
            <a:off x="762195" y="1889760"/>
            <a:ext cx="2828925" cy="30777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Lorem ipsum dolor </a:t>
            </a:r>
          </a:p>
        </p:txBody>
      </p:sp>
      <p:sp>
        <p:nvSpPr>
          <p:cNvPr id="69" name="Textplatzhalter 2">
            <a:extLst>
              <a:ext uri="{FF2B5EF4-FFF2-40B4-BE49-F238E27FC236}">
                <a16:creationId xmlns:a16="http://schemas.microsoft.com/office/drawing/2014/main" id="{5127F78B-CFB8-42C6-3D64-1C06040AA199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762195" y="3864088"/>
            <a:ext cx="2828925" cy="30777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545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Lorem ipsum dolor 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5BACF300-40E3-9974-AEE4-155209E5E3DC}"/>
              </a:ext>
            </a:extLst>
          </p:cNvPr>
          <p:cNvSpPr/>
          <p:nvPr/>
        </p:nvSpPr>
        <p:spPr>
          <a:xfrm>
            <a:off x="407988" y="6275487"/>
            <a:ext cx="7130157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Aft>
                <a:spcPts val="110"/>
              </a:spcAft>
            </a:pPr>
            <a:r>
              <a:rPr lang="en-US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dashboards, overview, overviews, statistics, summary, summaries, think-cell, donut, doughnut, chart, bar, bars, column, columns</a:t>
            </a:r>
          </a:p>
        </p:txBody>
      </p: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6451D391-A164-1AAF-7A8D-E375CB708245}"/>
              </a:ext>
            </a:extLst>
          </p:cNvPr>
          <p:cNvGraphicFramePr/>
          <p:nvPr>
            <p:custDataLst>
              <p:tags r:id="rId8"/>
            </p:custDataLst>
          </p:nvPr>
        </p:nvGraphicFramePr>
        <p:xfrm>
          <a:off x="1579563" y="4497388"/>
          <a:ext cx="1195387" cy="1195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97AD1FE-3426-47BE-40B4-A5237BE8E2F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2738438" y="5153025"/>
            <a:ext cx="5572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E7701A4C-1AC8-4E3C-B4D8-FC134E6F0FB4}" type="datetime'''S''''eri''es'''''''''''''''''''''''' ''''''''1'''''''''''''">
              <a:rPr lang="en-US" altLang="en-US" sz="1200" smtClean="0"/>
              <a:pPr/>
              <a:t>Series 1</a:t>
            </a:fld>
            <a:endParaRPr lang="en-US" sz="120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5CEF9FA-39D9-A0B7-D9DD-73283AEEC2F2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1073150" y="5238750"/>
            <a:ext cx="5572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491BECEE-7EE3-45BE-AC6C-365A7D6B87EB}" type="datetime'Se''''''r''''''''''''''''''''''i''e''s'' ''''''''''''2'''''">
              <a:rPr lang="en-US" altLang="en-US" sz="1200" smtClean="0"/>
              <a:pPr/>
              <a:t>Series 2</a:t>
            </a:fld>
            <a:endParaRPr lang="en-US" sz="120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DDE5045-1362-2E8A-6A75-1B400ECF187B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335088" y="4451350"/>
            <a:ext cx="5572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74CF7491-519E-421E-A34D-65E7E23A33D1}" type="datetime'''S''e''''''''''''''''ri''''''''e''s'' 3'">
              <a:rPr lang="en-US" altLang="en-US" sz="1200" smtClean="0"/>
              <a:pPr/>
              <a:t>Series 3</a:t>
            </a:fld>
            <a:endParaRPr lang="en-US" sz="1200"/>
          </a:p>
        </p:txBody>
      </p: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56E67C7C-DE89-8B4C-346D-98D9A3FBE2F4}"/>
              </a:ext>
            </a:extLst>
          </p:cNvPr>
          <p:cNvGraphicFramePr/>
          <p:nvPr>
            <p:custDataLst>
              <p:tags r:id="rId12"/>
            </p:custDataLst>
          </p:nvPr>
        </p:nvGraphicFramePr>
        <p:xfrm>
          <a:off x="679450" y="2047875"/>
          <a:ext cx="2994025" cy="1417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5F3B2A33-392C-22CC-379A-1EE146645294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868363" y="32496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7C65A80-3522-4BD4-8B4D-715302D490DF}" type="datetime'2''''''''''''''''''0''''1''''''''''''8'''''''''">
              <a:rPr lang="en-US" altLang="en-US" sz="1200" smtClean="0"/>
              <a:pPr/>
              <a:t>2018</a:t>
            </a:fld>
            <a:endParaRPr lang="en-US" sz="120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22FFD40-0F05-F8F2-C77F-40F17C112E44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1435100" y="32496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C086562-904C-4FFE-B464-F87DB8D2204C}" type="datetime'2''''0''1''''''''''''''''''9'''">
              <a:rPr lang="en-US" altLang="en-US" sz="1200" smtClean="0"/>
              <a:pPr/>
              <a:t>2019</a:t>
            </a:fld>
            <a:endParaRPr lang="en-US" sz="120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1B72D68-978B-A602-8C9C-DB9955F43406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2000250" y="32496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A832635-8EAF-4A90-85EA-1681BDAFBD19}" type="datetime'''''''2''0''''''''''''''''''''''''''''''2''0'''''''''''">
              <a:rPr lang="en-US" altLang="en-US" sz="1200" smtClean="0"/>
              <a:pPr/>
              <a:t>2020</a:t>
            </a:fld>
            <a:endParaRPr lang="en-US" sz="120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E512E14-F57C-9CD9-62E4-9287009CD6A7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2566988" y="32496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64C00ED-4ADD-4D65-8100-B13C3787B7D4}" type="datetime'''''''''''''2''''''''''''''''''''''''''0''''''2''1'">
              <a:rPr lang="en-US" altLang="en-US" sz="1200" smtClean="0"/>
              <a:pPr/>
              <a:t>2021</a:t>
            </a:fld>
            <a:endParaRPr lang="en-US" sz="120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3B47EC2-2242-7AA2-C170-F54965F95669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3132138" y="32496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6002E01-CCCA-48B4-BCCA-0723AA3AE92F}" type="datetime'''''''''''''''''''''''''''''''''''''''2''0''''''''22'">
              <a:rPr lang="en-US" altLang="en-US" sz="1200" smtClean="0"/>
              <a:pPr/>
              <a:t>2022</a:t>
            </a:fld>
            <a:endParaRPr lang="en-US" sz="1200"/>
          </a:p>
        </p:txBody>
      </p:sp>
      <p:pic>
        <p:nvPicPr>
          <p:cNvPr id="8" name="Grafik 7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6A30C1DC-4A33-A517-72F4-A0C0CEC4AAE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132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Funnel II</a:t>
            </a:r>
          </a:p>
        </p:txBody>
      </p:sp>
      <p:grpSp>
        <p:nvGrpSpPr>
          <p:cNvPr id="2" name="Gruppieren 41">
            <a:extLst>
              <a:ext uri="{FF2B5EF4-FFF2-40B4-BE49-F238E27FC236}">
                <a16:creationId xmlns:a16="http://schemas.microsoft.com/office/drawing/2014/main" id="{033E6FBD-D4D7-3B86-55B0-A8FEDBE27F3E}"/>
              </a:ext>
            </a:extLst>
          </p:cNvPr>
          <p:cNvGrpSpPr>
            <a:grpSpLocks/>
          </p:cNvGrpSpPr>
          <p:nvPr/>
        </p:nvGrpSpPr>
        <p:grpSpPr>
          <a:xfrm>
            <a:off x="1413832" y="2270260"/>
            <a:ext cx="2833372" cy="673305"/>
            <a:chOff x="1101249" y="1981108"/>
            <a:chExt cx="2895398" cy="688045"/>
          </a:xfrm>
        </p:grpSpPr>
        <p:sp>
          <p:nvSpPr>
            <p:cNvPr id="3" name="TextBox 17">
              <a:extLst>
                <a:ext uri="{FF2B5EF4-FFF2-40B4-BE49-F238E27FC236}">
                  <a16:creationId xmlns:a16="http://schemas.microsoft.com/office/drawing/2014/main" id="{A80EA349-36C8-72B9-C542-41C9B7915B37}"/>
                </a:ext>
              </a:extLst>
            </p:cNvPr>
            <p:cNvSpPr txBox="1">
              <a:spLocks/>
            </p:cNvSpPr>
            <p:nvPr>
              <p:custDataLst>
                <p:tags r:id="rId10"/>
              </p:custDataLst>
            </p:nvPr>
          </p:nvSpPr>
          <p:spPr>
            <a:xfrm>
              <a:off x="1101249" y="1981108"/>
              <a:ext cx="2895398" cy="2201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>
                  <a:solidFill>
                    <a:schemeClr val="accent1"/>
                  </a:solidFill>
                  <a:sym typeface="Futura"/>
                </a:rPr>
                <a:t>Lorem Ipsum</a:t>
              </a:r>
            </a:p>
          </p:txBody>
        </p:sp>
        <p:sp>
          <p:nvSpPr>
            <p:cNvPr id="4" name="Subtitle 2">
              <a:extLst>
                <a:ext uri="{FF2B5EF4-FFF2-40B4-BE49-F238E27FC236}">
                  <a16:creationId xmlns:a16="http://schemas.microsoft.com/office/drawing/2014/main" id="{18385E52-A066-7852-58C8-3B253E86A668}"/>
                </a:ext>
              </a:extLst>
            </p:cNvPr>
            <p:cNvSpPr txBox="1">
              <a:spLocks/>
            </p:cNvSpPr>
            <p:nvPr>
              <p:custDataLst>
                <p:tags r:id="rId11"/>
              </p:custDataLst>
            </p:nvPr>
          </p:nvSpPr>
          <p:spPr>
            <a:xfrm>
              <a:off x="1101249" y="2228833"/>
              <a:ext cx="2895398" cy="4403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Lorem ipsum dolor sit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amet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,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consectetur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adipisici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elit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, sed</a:t>
              </a:r>
            </a:p>
          </p:txBody>
        </p:sp>
      </p:grpSp>
      <p:grpSp>
        <p:nvGrpSpPr>
          <p:cNvPr id="6" name="Gruppieren 40">
            <a:extLst>
              <a:ext uri="{FF2B5EF4-FFF2-40B4-BE49-F238E27FC236}">
                <a16:creationId xmlns:a16="http://schemas.microsoft.com/office/drawing/2014/main" id="{99E1ACA3-D686-BE88-CC11-70877B7E6942}"/>
              </a:ext>
            </a:extLst>
          </p:cNvPr>
          <p:cNvGrpSpPr>
            <a:grpSpLocks/>
          </p:cNvGrpSpPr>
          <p:nvPr/>
        </p:nvGrpSpPr>
        <p:grpSpPr>
          <a:xfrm>
            <a:off x="1413832" y="3308023"/>
            <a:ext cx="2833372" cy="673305"/>
            <a:chOff x="1101249" y="2865810"/>
            <a:chExt cx="2895398" cy="688045"/>
          </a:xfrm>
        </p:grpSpPr>
        <p:sp>
          <p:nvSpPr>
            <p:cNvPr id="7" name="TextBox 19">
              <a:extLst>
                <a:ext uri="{FF2B5EF4-FFF2-40B4-BE49-F238E27FC236}">
                  <a16:creationId xmlns:a16="http://schemas.microsoft.com/office/drawing/2014/main" id="{BE95A74E-80B5-DA8F-C1C9-760858D32217}"/>
                </a:ext>
              </a:extLst>
            </p:cNvPr>
            <p:cNvSpPr txBox="1">
              <a:spLocks/>
            </p:cNvSpPr>
            <p:nvPr>
              <p:custDataLst>
                <p:tags r:id="rId8"/>
              </p:custDataLst>
            </p:nvPr>
          </p:nvSpPr>
          <p:spPr>
            <a:xfrm>
              <a:off x="1101249" y="2865810"/>
              <a:ext cx="2895398" cy="2201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defRPr/>
              </a:pPr>
              <a:r>
                <a:rPr lang="en-US" sz="1400" b="1">
                  <a:solidFill>
                    <a:schemeClr val="accent1"/>
                  </a:solidFill>
                  <a:sym typeface="Futura"/>
                </a:rPr>
                <a:t>Lorem Ipsum</a:t>
              </a:r>
            </a:p>
          </p:txBody>
        </p:sp>
        <p:sp>
          <p:nvSpPr>
            <p:cNvPr id="9" name="Subtitle 2">
              <a:extLst>
                <a:ext uri="{FF2B5EF4-FFF2-40B4-BE49-F238E27FC236}">
                  <a16:creationId xmlns:a16="http://schemas.microsoft.com/office/drawing/2014/main" id="{8B87CF97-7597-B0F5-3DD7-AF81AAF4F3D7}"/>
                </a:ext>
              </a:extLst>
            </p:cNvPr>
            <p:cNvSpPr txBox="1">
              <a:spLocks/>
            </p:cNvSpPr>
            <p:nvPr>
              <p:custDataLst>
                <p:tags r:id="rId9"/>
              </p:custDataLst>
            </p:nvPr>
          </p:nvSpPr>
          <p:spPr>
            <a:xfrm>
              <a:off x="1101249" y="3113535"/>
              <a:ext cx="2895398" cy="4403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914400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Lorem ipsum dolor sit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amet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,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consectetur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adipisici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elit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, sed</a:t>
              </a:r>
            </a:p>
          </p:txBody>
        </p:sp>
      </p:grpSp>
      <p:grpSp>
        <p:nvGrpSpPr>
          <p:cNvPr id="11" name="Gruppieren 42">
            <a:extLst>
              <a:ext uri="{FF2B5EF4-FFF2-40B4-BE49-F238E27FC236}">
                <a16:creationId xmlns:a16="http://schemas.microsoft.com/office/drawing/2014/main" id="{F0DFEC50-D728-3096-A918-69ED0C9CA774}"/>
              </a:ext>
            </a:extLst>
          </p:cNvPr>
          <p:cNvGrpSpPr>
            <a:grpSpLocks/>
          </p:cNvGrpSpPr>
          <p:nvPr/>
        </p:nvGrpSpPr>
        <p:grpSpPr>
          <a:xfrm>
            <a:off x="1413832" y="4345786"/>
            <a:ext cx="2833372" cy="673305"/>
            <a:chOff x="1101249" y="3991568"/>
            <a:chExt cx="2895398" cy="688045"/>
          </a:xfrm>
        </p:grpSpPr>
        <p:sp>
          <p:nvSpPr>
            <p:cNvPr id="12" name="TextBox 21">
              <a:extLst>
                <a:ext uri="{FF2B5EF4-FFF2-40B4-BE49-F238E27FC236}">
                  <a16:creationId xmlns:a16="http://schemas.microsoft.com/office/drawing/2014/main" id="{33630B64-D632-EA32-F8F9-A53503924F9F}"/>
                </a:ext>
              </a:extLst>
            </p:cNvPr>
            <p:cNvSpPr txBox="1">
              <a:spLocks/>
            </p:cNvSpPr>
            <p:nvPr>
              <p:custDataLst>
                <p:tags r:id="rId6"/>
              </p:custDataLst>
            </p:nvPr>
          </p:nvSpPr>
          <p:spPr>
            <a:xfrm>
              <a:off x="1101249" y="3991568"/>
              <a:ext cx="2895398" cy="2201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defRPr/>
              </a:pPr>
              <a:r>
                <a:rPr lang="en-US" sz="1400" b="1">
                  <a:solidFill>
                    <a:schemeClr val="accent1"/>
                  </a:solidFill>
                  <a:sym typeface="Futura"/>
                </a:rPr>
                <a:t>Lorem Ipsum</a:t>
              </a:r>
            </a:p>
          </p:txBody>
        </p:sp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C18BDAA6-0F40-843B-89AF-E2C9F5E10E33}"/>
                </a:ext>
              </a:extLst>
            </p:cNvPr>
            <p:cNvSpPr txBox="1">
              <a:spLocks/>
            </p:cNvSpPr>
            <p:nvPr>
              <p:custDataLst>
                <p:tags r:id="rId7"/>
              </p:custDataLst>
            </p:nvPr>
          </p:nvSpPr>
          <p:spPr>
            <a:xfrm>
              <a:off x="1101249" y="4239293"/>
              <a:ext cx="2895398" cy="4403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914400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Lorem ipsum dolor sit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amet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,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consectetur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adipisici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elit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, sed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162BD06-CEF0-C2D4-E7C6-812A4D922FBF}"/>
              </a:ext>
            </a:extLst>
          </p:cNvPr>
          <p:cNvGrpSpPr/>
          <p:nvPr/>
        </p:nvGrpSpPr>
        <p:grpSpPr>
          <a:xfrm>
            <a:off x="1413832" y="5383548"/>
            <a:ext cx="2833372" cy="673790"/>
            <a:chOff x="1413832" y="5379773"/>
            <a:chExt cx="2833372" cy="673790"/>
          </a:xfrm>
        </p:grpSpPr>
        <p:sp>
          <p:nvSpPr>
            <p:cNvPr id="15" name="TextBox 24">
              <a:extLst>
                <a:ext uri="{FF2B5EF4-FFF2-40B4-BE49-F238E27FC236}">
                  <a16:creationId xmlns:a16="http://schemas.microsoft.com/office/drawing/2014/main" id="{6D9AE1C8-FB20-00E3-6640-C1571F8A426E}"/>
                </a:ext>
              </a:extLst>
            </p:cNvPr>
            <p:cNvSpPr txBox="1">
              <a:spLocks/>
            </p:cNvSpPr>
            <p:nvPr>
              <p:custDataLst>
                <p:tags r:id="rId4"/>
              </p:custDataLst>
            </p:nvPr>
          </p:nvSpPr>
          <p:spPr>
            <a:xfrm>
              <a:off x="1413832" y="5379773"/>
              <a:ext cx="2833372" cy="215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defRPr/>
              </a:pPr>
              <a:r>
                <a:rPr lang="en-US" sz="1400" b="1">
                  <a:solidFill>
                    <a:schemeClr val="accent1"/>
                  </a:solidFill>
                </a:rPr>
                <a:t>Lorem Ipsum</a:t>
              </a:r>
            </a:p>
          </p:txBody>
        </p:sp>
        <p:sp>
          <p:nvSpPr>
            <p:cNvPr id="16" name="Subtitle 2">
              <a:extLst>
                <a:ext uri="{FF2B5EF4-FFF2-40B4-BE49-F238E27FC236}">
                  <a16:creationId xmlns:a16="http://schemas.microsoft.com/office/drawing/2014/main" id="{40B1BFE7-F8B8-990C-41B9-2EF419A8E0B9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>
            <a:xfrm>
              <a:off x="1413832" y="5622676"/>
              <a:ext cx="2833372" cy="43088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914400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Lorem ipsum dolor sit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amet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,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consectetur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adipisici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  <a:latin typeface="+mn-lt"/>
                  <a:cs typeface="+mn-cs"/>
                </a:rPr>
                <a:t>elit</a:t>
              </a:r>
              <a:r>
                <a:rPr lang="en-US" sz="1400" dirty="0">
                  <a:solidFill>
                    <a:schemeClr val="tx1"/>
                  </a:solidFill>
                  <a:latin typeface="+mn-lt"/>
                  <a:cs typeface="+mn-cs"/>
                </a:rPr>
                <a:t>, sed</a:t>
              </a:r>
            </a:p>
          </p:txBody>
        </p:sp>
      </p:grpSp>
      <p:sp>
        <p:nvSpPr>
          <p:cNvPr id="17" name="TextBox 27">
            <a:extLst>
              <a:ext uri="{FF2B5EF4-FFF2-40B4-BE49-F238E27FC236}">
                <a16:creationId xmlns:a16="http://schemas.microsoft.com/office/drawing/2014/main" id="{A48BAC46-9E0B-C470-9B57-322988D6CDB6}"/>
              </a:ext>
            </a:extLst>
          </p:cNvPr>
          <p:cNvSpPr txBox="1">
            <a:spLocks/>
          </p:cNvSpPr>
          <p:nvPr/>
        </p:nvSpPr>
        <p:spPr>
          <a:xfrm>
            <a:off x="8305245" y="3648348"/>
            <a:ext cx="3358071" cy="36142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R="0" lvl="0" fontAlgn="auto"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US" sz="2400" dirty="0">
                <a:sym typeface="Futura"/>
              </a:rPr>
              <a:t>Lorem Ipsum</a:t>
            </a:r>
          </a:p>
        </p:txBody>
      </p:sp>
      <p:sp>
        <p:nvSpPr>
          <p:cNvPr id="18" name="Freeform 33">
            <a:extLst>
              <a:ext uri="{FF2B5EF4-FFF2-40B4-BE49-F238E27FC236}">
                <a16:creationId xmlns:a16="http://schemas.microsoft.com/office/drawing/2014/main" id="{A313A6FE-CFA5-A27E-11C1-210C08DAD51A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4902522" y="3043422"/>
            <a:ext cx="2405766" cy="1182345"/>
          </a:xfrm>
          <a:custGeom>
            <a:avLst/>
            <a:gdLst>
              <a:gd name="T0" fmla="*/ 287 w 584"/>
              <a:gd name="T1" fmla="*/ 243 h 243"/>
              <a:gd name="T2" fmla="*/ 498 w 584"/>
              <a:gd name="T3" fmla="*/ 208 h 243"/>
              <a:gd name="T4" fmla="*/ 584 w 584"/>
              <a:gd name="T5" fmla="*/ 0 h 243"/>
              <a:gd name="T6" fmla="*/ 291 w 584"/>
              <a:gd name="T7" fmla="*/ 33 h 243"/>
              <a:gd name="T8" fmla="*/ 0 w 584"/>
              <a:gd name="T9" fmla="*/ 0 h 243"/>
              <a:gd name="T10" fmla="*/ 84 w 584"/>
              <a:gd name="T11" fmla="*/ 211 h 243"/>
              <a:gd name="T12" fmla="*/ 287 w 584"/>
              <a:gd name="T13" fmla="*/ 243 h 2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84" h="243">
                <a:moveTo>
                  <a:pt x="287" y="243"/>
                </a:moveTo>
                <a:cubicBezTo>
                  <a:pt x="379" y="243"/>
                  <a:pt x="458" y="229"/>
                  <a:pt x="498" y="208"/>
                </a:cubicBezTo>
                <a:cubicBezTo>
                  <a:pt x="519" y="141"/>
                  <a:pt x="547" y="71"/>
                  <a:pt x="584" y="0"/>
                </a:cubicBezTo>
                <a:cubicBezTo>
                  <a:pt x="526" y="19"/>
                  <a:pt x="417" y="33"/>
                  <a:pt x="291" y="33"/>
                </a:cubicBezTo>
                <a:cubicBezTo>
                  <a:pt x="167" y="33"/>
                  <a:pt x="59" y="20"/>
                  <a:pt x="0" y="0"/>
                </a:cubicBezTo>
                <a:cubicBezTo>
                  <a:pt x="29" y="60"/>
                  <a:pt x="59" y="130"/>
                  <a:pt x="84" y="211"/>
                </a:cubicBezTo>
                <a:cubicBezTo>
                  <a:pt x="125" y="231"/>
                  <a:pt x="201" y="243"/>
                  <a:pt x="287" y="243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80168" tIns="40084" rIns="80168" bIns="4008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15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9" name="Freeform 34">
            <a:extLst>
              <a:ext uri="{FF2B5EF4-FFF2-40B4-BE49-F238E27FC236}">
                <a16:creationId xmlns:a16="http://schemas.microsoft.com/office/drawing/2014/main" id="{A3949B83-9404-D89E-A931-BDDD784E8E66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247342" y="4056721"/>
            <a:ext cx="1705827" cy="1167033"/>
          </a:xfrm>
          <a:custGeom>
            <a:avLst/>
            <a:gdLst>
              <a:gd name="T0" fmla="*/ 203 w 414"/>
              <a:gd name="T1" fmla="*/ 35 h 240"/>
              <a:gd name="T2" fmla="*/ 0 w 414"/>
              <a:gd name="T3" fmla="*/ 3 h 240"/>
              <a:gd name="T4" fmla="*/ 46 w 414"/>
              <a:gd name="T5" fmla="*/ 204 h 240"/>
              <a:gd name="T6" fmla="*/ 49 w 414"/>
              <a:gd name="T7" fmla="*/ 215 h 240"/>
              <a:gd name="T8" fmla="*/ 205 w 414"/>
              <a:gd name="T9" fmla="*/ 240 h 240"/>
              <a:gd name="T10" fmla="*/ 354 w 414"/>
              <a:gd name="T11" fmla="*/ 217 h 240"/>
              <a:gd name="T12" fmla="*/ 362 w 414"/>
              <a:gd name="T13" fmla="*/ 214 h 240"/>
              <a:gd name="T14" fmla="*/ 376 w 414"/>
              <a:gd name="T15" fmla="*/ 139 h 240"/>
              <a:gd name="T16" fmla="*/ 414 w 414"/>
              <a:gd name="T17" fmla="*/ 0 h 240"/>
              <a:gd name="T18" fmla="*/ 203 w 414"/>
              <a:gd name="T19" fmla="*/ 35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14" h="240">
                <a:moveTo>
                  <a:pt x="203" y="35"/>
                </a:moveTo>
                <a:cubicBezTo>
                  <a:pt x="117" y="35"/>
                  <a:pt x="41" y="23"/>
                  <a:pt x="0" y="3"/>
                </a:cubicBezTo>
                <a:cubicBezTo>
                  <a:pt x="18" y="64"/>
                  <a:pt x="35" y="131"/>
                  <a:pt x="46" y="204"/>
                </a:cubicBezTo>
                <a:cubicBezTo>
                  <a:pt x="47" y="208"/>
                  <a:pt x="48" y="211"/>
                  <a:pt x="49" y="215"/>
                </a:cubicBezTo>
                <a:cubicBezTo>
                  <a:pt x="85" y="230"/>
                  <a:pt x="142" y="240"/>
                  <a:pt x="205" y="240"/>
                </a:cubicBezTo>
                <a:cubicBezTo>
                  <a:pt x="264" y="240"/>
                  <a:pt x="317" y="231"/>
                  <a:pt x="354" y="217"/>
                </a:cubicBezTo>
                <a:cubicBezTo>
                  <a:pt x="357" y="216"/>
                  <a:pt x="359" y="215"/>
                  <a:pt x="362" y="214"/>
                </a:cubicBezTo>
                <a:cubicBezTo>
                  <a:pt x="366" y="190"/>
                  <a:pt x="371" y="165"/>
                  <a:pt x="376" y="139"/>
                </a:cubicBezTo>
                <a:cubicBezTo>
                  <a:pt x="386" y="96"/>
                  <a:pt x="398" y="49"/>
                  <a:pt x="414" y="0"/>
                </a:cubicBezTo>
                <a:cubicBezTo>
                  <a:pt x="374" y="21"/>
                  <a:pt x="295" y="35"/>
                  <a:pt x="203" y="35"/>
                </a:cubicBezTo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</p:spPr>
        <p:txBody>
          <a:bodyPr vert="horz" wrap="square" lIns="80168" tIns="40084" rIns="80168" bIns="4008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15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20" name="Group 9">
            <a:extLst>
              <a:ext uri="{FF2B5EF4-FFF2-40B4-BE49-F238E27FC236}">
                <a16:creationId xmlns:a16="http://schemas.microsoft.com/office/drawing/2014/main" id="{5E74D1E2-70CF-66F9-32A9-24B7747283AA}"/>
              </a:ext>
            </a:extLst>
          </p:cNvPr>
          <p:cNvGrpSpPr>
            <a:grpSpLocks/>
          </p:cNvGrpSpPr>
          <p:nvPr>
            <p:custDataLst>
              <p:tags r:id="rId3"/>
            </p:custDataLst>
          </p:nvPr>
        </p:nvGrpSpPr>
        <p:grpSpPr>
          <a:xfrm>
            <a:off x="4255513" y="1557338"/>
            <a:ext cx="3718024" cy="1651254"/>
            <a:chOff x="3990355" y="1893606"/>
            <a:chExt cx="4208222" cy="1585475"/>
          </a:xfrm>
          <a:solidFill>
            <a:schemeClr val="bg2">
              <a:lumMod val="75000"/>
            </a:schemeClr>
          </a:solidFill>
        </p:grpSpPr>
        <p:sp>
          <p:nvSpPr>
            <p:cNvPr id="21" name="Freeform 31">
              <a:extLst>
                <a:ext uri="{FF2B5EF4-FFF2-40B4-BE49-F238E27FC236}">
                  <a16:creationId xmlns:a16="http://schemas.microsoft.com/office/drawing/2014/main" id="{CA0E4D63-D793-5687-42E0-0F0EA6BD9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0355" y="1893606"/>
              <a:ext cx="4208222" cy="612542"/>
            </a:xfrm>
            <a:custGeom>
              <a:avLst/>
              <a:gdLst>
                <a:gd name="T0" fmla="*/ 452 w 903"/>
                <a:gd name="T1" fmla="*/ 0 h 131"/>
                <a:gd name="T2" fmla="*/ 0 w 903"/>
                <a:gd name="T3" fmla="*/ 65 h 131"/>
                <a:gd name="T4" fmla="*/ 11 w 903"/>
                <a:gd name="T5" fmla="*/ 80 h 131"/>
                <a:gd name="T6" fmla="*/ 452 w 903"/>
                <a:gd name="T7" fmla="*/ 131 h 131"/>
                <a:gd name="T8" fmla="*/ 686 w 903"/>
                <a:gd name="T9" fmla="*/ 121 h 131"/>
                <a:gd name="T10" fmla="*/ 686 w 903"/>
                <a:gd name="T11" fmla="*/ 121 h 131"/>
                <a:gd name="T12" fmla="*/ 753 w 903"/>
                <a:gd name="T13" fmla="*/ 114 h 131"/>
                <a:gd name="T14" fmla="*/ 753 w 903"/>
                <a:gd name="T15" fmla="*/ 114 h 131"/>
                <a:gd name="T16" fmla="*/ 760 w 903"/>
                <a:gd name="T17" fmla="*/ 113 h 131"/>
                <a:gd name="T18" fmla="*/ 761 w 903"/>
                <a:gd name="T19" fmla="*/ 113 h 131"/>
                <a:gd name="T20" fmla="*/ 768 w 903"/>
                <a:gd name="T21" fmla="*/ 112 h 131"/>
                <a:gd name="T22" fmla="*/ 768 w 903"/>
                <a:gd name="T23" fmla="*/ 112 h 131"/>
                <a:gd name="T24" fmla="*/ 775 w 903"/>
                <a:gd name="T25" fmla="*/ 111 h 131"/>
                <a:gd name="T26" fmla="*/ 776 w 903"/>
                <a:gd name="T27" fmla="*/ 111 h 131"/>
                <a:gd name="T28" fmla="*/ 783 w 903"/>
                <a:gd name="T29" fmla="*/ 110 h 131"/>
                <a:gd name="T30" fmla="*/ 783 w 903"/>
                <a:gd name="T31" fmla="*/ 110 h 131"/>
                <a:gd name="T32" fmla="*/ 893 w 903"/>
                <a:gd name="T33" fmla="*/ 80 h 131"/>
                <a:gd name="T34" fmla="*/ 903 w 903"/>
                <a:gd name="T35" fmla="*/ 65 h 131"/>
                <a:gd name="T36" fmla="*/ 452 w 903"/>
                <a:gd name="T37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03" h="131">
                  <a:moveTo>
                    <a:pt x="452" y="0"/>
                  </a:moveTo>
                  <a:cubicBezTo>
                    <a:pt x="203" y="0"/>
                    <a:pt x="0" y="29"/>
                    <a:pt x="0" y="65"/>
                  </a:cubicBezTo>
                  <a:cubicBezTo>
                    <a:pt x="0" y="70"/>
                    <a:pt x="4" y="75"/>
                    <a:pt x="11" y="80"/>
                  </a:cubicBezTo>
                  <a:cubicBezTo>
                    <a:pt x="56" y="109"/>
                    <a:pt x="236" y="131"/>
                    <a:pt x="452" y="131"/>
                  </a:cubicBezTo>
                  <a:cubicBezTo>
                    <a:pt x="538" y="131"/>
                    <a:pt x="618" y="127"/>
                    <a:pt x="686" y="121"/>
                  </a:cubicBezTo>
                  <a:cubicBezTo>
                    <a:pt x="686" y="121"/>
                    <a:pt x="686" y="121"/>
                    <a:pt x="686" y="121"/>
                  </a:cubicBezTo>
                  <a:cubicBezTo>
                    <a:pt x="710" y="119"/>
                    <a:pt x="732" y="117"/>
                    <a:pt x="753" y="114"/>
                  </a:cubicBezTo>
                  <a:cubicBezTo>
                    <a:pt x="753" y="114"/>
                    <a:pt x="753" y="114"/>
                    <a:pt x="753" y="114"/>
                  </a:cubicBezTo>
                  <a:cubicBezTo>
                    <a:pt x="756" y="114"/>
                    <a:pt x="758" y="114"/>
                    <a:pt x="760" y="113"/>
                  </a:cubicBezTo>
                  <a:cubicBezTo>
                    <a:pt x="761" y="113"/>
                    <a:pt x="761" y="113"/>
                    <a:pt x="761" y="113"/>
                  </a:cubicBezTo>
                  <a:cubicBezTo>
                    <a:pt x="763" y="113"/>
                    <a:pt x="766" y="113"/>
                    <a:pt x="768" y="112"/>
                  </a:cubicBezTo>
                  <a:cubicBezTo>
                    <a:pt x="768" y="112"/>
                    <a:pt x="768" y="112"/>
                    <a:pt x="768" y="112"/>
                  </a:cubicBezTo>
                  <a:cubicBezTo>
                    <a:pt x="771" y="112"/>
                    <a:pt x="773" y="111"/>
                    <a:pt x="775" y="111"/>
                  </a:cubicBezTo>
                  <a:cubicBezTo>
                    <a:pt x="776" y="111"/>
                    <a:pt x="776" y="111"/>
                    <a:pt x="776" y="111"/>
                  </a:cubicBezTo>
                  <a:cubicBezTo>
                    <a:pt x="778" y="111"/>
                    <a:pt x="780" y="110"/>
                    <a:pt x="783" y="110"/>
                  </a:cubicBezTo>
                  <a:cubicBezTo>
                    <a:pt x="783" y="110"/>
                    <a:pt x="783" y="110"/>
                    <a:pt x="783" y="110"/>
                  </a:cubicBezTo>
                  <a:cubicBezTo>
                    <a:pt x="836" y="102"/>
                    <a:pt x="875" y="91"/>
                    <a:pt x="893" y="80"/>
                  </a:cubicBezTo>
                  <a:cubicBezTo>
                    <a:pt x="900" y="75"/>
                    <a:pt x="903" y="70"/>
                    <a:pt x="903" y="65"/>
                  </a:cubicBezTo>
                  <a:cubicBezTo>
                    <a:pt x="903" y="29"/>
                    <a:pt x="701" y="0"/>
                    <a:pt x="452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80168" tIns="40084" rIns="80168" bIns="400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15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endParaRPr>
            </a:p>
          </p:txBody>
        </p:sp>
        <p:sp>
          <p:nvSpPr>
            <p:cNvPr id="22" name="Oval 32">
              <a:extLst>
                <a:ext uri="{FF2B5EF4-FFF2-40B4-BE49-F238E27FC236}">
                  <a16:creationId xmlns:a16="http://schemas.microsoft.com/office/drawing/2014/main" id="{7CAAB76B-7B5F-4713-82C1-7C553F945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31" y="2053551"/>
              <a:ext cx="2857153" cy="341390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80168" tIns="40084" rIns="80168" bIns="400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15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endParaRPr>
            </a:p>
          </p:txBody>
        </p:sp>
        <p:sp>
          <p:nvSpPr>
            <p:cNvPr id="23" name="Freeform 35">
              <a:extLst>
                <a:ext uri="{FF2B5EF4-FFF2-40B4-BE49-F238E27FC236}">
                  <a16:creationId xmlns:a16="http://schemas.microsoft.com/office/drawing/2014/main" id="{F148FB96-7CE6-0256-9B39-FD84D3B2C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2625" y="2265431"/>
              <a:ext cx="4108687" cy="1213650"/>
            </a:xfrm>
            <a:custGeom>
              <a:avLst/>
              <a:gdLst>
                <a:gd name="T0" fmla="*/ 882 w 882"/>
                <a:gd name="T1" fmla="*/ 0 h 260"/>
                <a:gd name="T2" fmla="*/ 798 w 882"/>
                <a:gd name="T3" fmla="*/ 25 h 260"/>
                <a:gd name="T4" fmla="*/ 675 w 882"/>
                <a:gd name="T5" fmla="*/ 41 h 260"/>
                <a:gd name="T6" fmla="*/ 441 w 882"/>
                <a:gd name="T7" fmla="*/ 51 h 260"/>
                <a:gd name="T8" fmla="*/ 0 w 882"/>
                <a:gd name="T9" fmla="*/ 0 h 260"/>
                <a:gd name="T10" fmla="*/ 0 w 882"/>
                <a:gd name="T11" fmla="*/ 0 h 260"/>
                <a:gd name="T12" fmla="*/ 146 w 882"/>
                <a:gd name="T13" fmla="*/ 227 h 260"/>
                <a:gd name="T14" fmla="*/ 437 w 882"/>
                <a:gd name="T15" fmla="*/ 260 h 260"/>
                <a:gd name="T16" fmla="*/ 604 w 882"/>
                <a:gd name="T17" fmla="*/ 251 h 260"/>
                <a:gd name="T18" fmla="*/ 683 w 882"/>
                <a:gd name="T19" fmla="*/ 239 h 260"/>
                <a:gd name="T20" fmla="*/ 730 w 882"/>
                <a:gd name="T21" fmla="*/ 227 h 260"/>
                <a:gd name="T22" fmla="*/ 882 w 882"/>
                <a:gd name="T23" fmla="*/ 0 h 260"/>
                <a:gd name="T24" fmla="*/ 882 w 882"/>
                <a:gd name="T2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2" h="260">
                  <a:moveTo>
                    <a:pt x="882" y="0"/>
                  </a:moveTo>
                  <a:cubicBezTo>
                    <a:pt x="867" y="9"/>
                    <a:pt x="838" y="18"/>
                    <a:pt x="798" y="25"/>
                  </a:cubicBezTo>
                  <a:cubicBezTo>
                    <a:pt x="765" y="32"/>
                    <a:pt x="723" y="37"/>
                    <a:pt x="675" y="41"/>
                  </a:cubicBezTo>
                  <a:cubicBezTo>
                    <a:pt x="607" y="47"/>
                    <a:pt x="527" y="51"/>
                    <a:pt x="441" y="51"/>
                  </a:cubicBezTo>
                  <a:cubicBezTo>
                    <a:pt x="225" y="51"/>
                    <a:pt x="45" y="2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73" y="78"/>
                    <a:pt x="146" y="227"/>
                  </a:cubicBezTo>
                  <a:cubicBezTo>
                    <a:pt x="205" y="247"/>
                    <a:pt x="313" y="260"/>
                    <a:pt x="437" y="260"/>
                  </a:cubicBezTo>
                  <a:cubicBezTo>
                    <a:pt x="498" y="260"/>
                    <a:pt x="555" y="257"/>
                    <a:pt x="604" y="251"/>
                  </a:cubicBezTo>
                  <a:cubicBezTo>
                    <a:pt x="634" y="248"/>
                    <a:pt x="660" y="244"/>
                    <a:pt x="683" y="239"/>
                  </a:cubicBezTo>
                  <a:cubicBezTo>
                    <a:pt x="701" y="235"/>
                    <a:pt x="717" y="231"/>
                    <a:pt x="730" y="227"/>
                  </a:cubicBezTo>
                  <a:cubicBezTo>
                    <a:pt x="770" y="150"/>
                    <a:pt x="819" y="73"/>
                    <a:pt x="882" y="0"/>
                  </a:cubicBezTo>
                  <a:cubicBezTo>
                    <a:pt x="882" y="0"/>
                    <a:pt x="882" y="0"/>
                    <a:pt x="882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80168" tIns="40084" rIns="80168" bIns="4008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15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endParaRPr>
            </a:p>
          </p:txBody>
        </p:sp>
      </p:grpSp>
      <p:pic>
        <p:nvPicPr>
          <p:cNvPr id="24" name="Grafik 27">
            <a:extLst>
              <a:ext uri="{FF2B5EF4-FFF2-40B4-BE49-F238E27FC236}">
                <a16:creationId xmlns:a16="http://schemas.microsoft.com/office/drawing/2014/main" id="{84AE7461-94CA-04EC-2C76-0964E92D96D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00208" y="3407748"/>
            <a:ext cx="637955" cy="637955"/>
          </a:xfrm>
          <a:prstGeom prst="rect">
            <a:avLst/>
          </a:prstGeom>
        </p:spPr>
      </p:pic>
      <p:pic>
        <p:nvPicPr>
          <p:cNvPr id="25" name="Grafik 29">
            <a:extLst>
              <a:ext uri="{FF2B5EF4-FFF2-40B4-BE49-F238E27FC236}">
                <a16:creationId xmlns:a16="http://schemas.microsoft.com/office/drawing/2014/main" id="{44FE73B8-0FFF-A2A6-099B-E9515499FC2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00208" y="2420779"/>
            <a:ext cx="637955" cy="637955"/>
          </a:xfrm>
          <a:prstGeom prst="rect">
            <a:avLst/>
          </a:prstGeom>
        </p:spPr>
      </p:pic>
      <p:pic>
        <p:nvPicPr>
          <p:cNvPr id="26" name="Grafik 31">
            <a:extLst>
              <a:ext uri="{FF2B5EF4-FFF2-40B4-BE49-F238E27FC236}">
                <a16:creationId xmlns:a16="http://schemas.microsoft.com/office/drawing/2014/main" id="{79DAE9C9-FF56-01CA-012F-3E1BE0ABE4D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00208" y="5419945"/>
            <a:ext cx="637955" cy="637955"/>
          </a:xfrm>
          <a:prstGeom prst="rect">
            <a:avLst/>
          </a:prstGeom>
        </p:spPr>
      </p:pic>
      <p:pic>
        <p:nvPicPr>
          <p:cNvPr id="27" name="Grafik 33">
            <a:extLst>
              <a:ext uri="{FF2B5EF4-FFF2-40B4-BE49-F238E27FC236}">
                <a16:creationId xmlns:a16="http://schemas.microsoft.com/office/drawing/2014/main" id="{0712B2D2-9EC6-C674-C8D5-DE070EBBCC7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800208" y="4373902"/>
            <a:ext cx="637955" cy="637955"/>
          </a:xfrm>
          <a:prstGeom prst="rect">
            <a:avLst/>
          </a:prstGeom>
        </p:spPr>
      </p:pic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68B6745B-CF33-344B-07A6-A52C7215B75D}"/>
              </a:ext>
            </a:extLst>
          </p:cNvPr>
          <p:cNvSpPr txBox="1">
            <a:spLocks/>
          </p:cNvSpPr>
          <p:nvPr/>
        </p:nvSpPr>
        <p:spPr>
          <a:xfrm>
            <a:off x="8305245" y="4104651"/>
            <a:ext cx="3358071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0400" indent="-140400">
              <a:spcBef>
                <a:spcPts val="0"/>
              </a:spcBef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br>
              <a:rPr lang="en-US" sz="1400" dirty="0"/>
            </a:b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r>
              <a:rPr lang="en-US" sz="1400" dirty="0"/>
              <a:t> </a:t>
            </a:r>
          </a:p>
          <a:p>
            <a:pPr marL="140400" indent="-140400">
              <a:spcBef>
                <a:spcPts val="0"/>
              </a:spcBef>
            </a:pPr>
            <a:r>
              <a:rPr lang="en-US" sz="1400" dirty="0"/>
              <a:t>Quis </a:t>
            </a:r>
            <a:r>
              <a:rPr lang="en-US" sz="1400" dirty="0" err="1"/>
              <a:t>nostrud</a:t>
            </a:r>
            <a:r>
              <a:rPr lang="en-US" sz="1400" dirty="0"/>
              <a:t> exercitation </a:t>
            </a:r>
            <a:r>
              <a:rPr lang="en-US" sz="1400" dirty="0" err="1"/>
              <a:t>ullamco</a:t>
            </a:r>
            <a:endParaRPr lang="en-US" sz="1400" dirty="0"/>
          </a:p>
          <a:p>
            <a:pPr marL="140400" indent="-140400">
              <a:spcBef>
                <a:spcPts val="0"/>
              </a:spcBef>
            </a:pPr>
            <a:r>
              <a:rPr lang="en-US" sz="1400" dirty="0"/>
              <a:t>Duis </a:t>
            </a:r>
            <a:r>
              <a:rPr lang="en-US" sz="1400" dirty="0" err="1"/>
              <a:t>aute</a:t>
            </a:r>
            <a:r>
              <a:rPr lang="en-US" sz="1400" dirty="0"/>
              <a:t> </a:t>
            </a:r>
            <a:r>
              <a:rPr lang="en-US" sz="1400" dirty="0" err="1"/>
              <a:t>irure</a:t>
            </a:r>
            <a:r>
              <a:rPr lang="en-US" sz="1400" dirty="0"/>
              <a:t> dolor </a:t>
            </a:r>
          </a:p>
        </p:txBody>
      </p:sp>
      <p:sp>
        <p:nvSpPr>
          <p:cNvPr id="55" name="Gleichschenkliges Dreieck 15">
            <a:extLst>
              <a:ext uri="{FF2B5EF4-FFF2-40B4-BE49-F238E27FC236}">
                <a16:creationId xmlns:a16="http://schemas.microsoft.com/office/drawing/2014/main" id="{A3C87DAB-16C3-05CD-57E6-19BD8050F5BC}"/>
              </a:ext>
            </a:extLst>
          </p:cNvPr>
          <p:cNvSpPr>
            <a:spLocks noChangeAspect="1"/>
          </p:cNvSpPr>
          <p:nvPr/>
        </p:nvSpPr>
        <p:spPr>
          <a:xfrm rot="5400000">
            <a:off x="7734683" y="3748713"/>
            <a:ext cx="298800" cy="160690"/>
          </a:xfrm>
          <a:custGeom>
            <a:avLst/>
            <a:gdLst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  <a:gd name="connsiteX3" fmla="*/ 0 w 198882"/>
              <a:gd name="connsiteY3" fmla="*/ 113994 h 113994"/>
              <a:gd name="connsiteX0" fmla="*/ 0 w 198882"/>
              <a:gd name="connsiteY0" fmla="*/ 113994 h 205434"/>
              <a:gd name="connsiteX1" fmla="*/ 99441 w 198882"/>
              <a:gd name="connsiteY1" fmla="*/ 0 h 205434"/>
              <a:gd name="connsiteX2" fmla="*/ 198882 w 198882"/>
              <a:gd name="connsiteY2" fmla="*/ 113994 h 205434"/>
              <a:gd name="connsiteX3" fmla="*/ 91440 w 198882"/>
              <a:gd name="connsiteY3" fmla="*/ 205434 h 205434"/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882" h="113994">
                <a:moveTo>
                  <a:pt x="0" y="113994"/>
                </a:moveTo>
                <a:lnTo>
                  <a:pt x="99441" y="0"/>
                </a:lnTo>
                <a:lnTo>
                  <a:pt x="198882" y="113994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xt Placeholder 15">
            <a:extLst>
              <a:ext uri="{FF2B5EF4-FFF2-40B4-BE49-F238E27FC236}">
                <a16:creationId xmlns:a16="http://schemas.microsoft.com/office/drawing/2014/main" id="{CF93ED8A-5646-0350-84E0-16292E526B44}"/>
              </a:ext>
            </a:extLst>
          </p:cNvPr>
          <p:cNvSpPr/>
          <p:nvPr/>
        </p:nvSpPr>
        <p:spPr>
          <a:xfrm>
            <a:off x="407988" y="6275487"/>
            <a:ext cx="942566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Bef>
                <a:spcPct val="10000"/>
              </a:spcBef>
              <a:spcAft>
                <a:spcPts val="110"/>
              </a:spcAft>
            </a:pPr>
            <a:r>
              <a:rPr lang="en-US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funnels</a:t>
            </a:r>
          </a:p>
        </p:txBody>
      </p:sp>
      <p:pic>
        <p:nvPicPr>
          <p:cNvPr id="10" name="Grafik 9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78044BBB-DD4C-DF78-C50E-91F78CB3590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416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Funnel, horizontal II</a:t>
            </a:r>
          </a:p>
        </p:txBody>
      </p:sp>
      <p:cxnSp>
        <p:nvCxnSpPr>
          <p:cNvPr id="2" name="Gerader Verbinder 31">
            <a:extLst>
              <a:ext uri="{FF2B5EF4-FFF2-40B4-BE49-F238E27FC236}">
                <a16:creationId xmlns:a16="http://schemas.microsoft.com/office/drawing/2014/main" id="{D0EFA1A1-CC07-618C-EA88-83209966FF79}"/>
              </a:ext>
            </a:extLst>
          </p:cNvPr>
          <p:cNvCxnSpPr>
            <a:cxnSpLocks/>
          </p:cNvCxnSpPr>
          <p:nvPr/>
        </p:nvCxnSpPr>
        <p:spPr>
          <a:xfrm>
            <a:off x="1959246" y="4893185"/>
            <a:ext cx="0" cy="1165225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32">
            <a:extLst>
              <a:ext uri="{FF2B5EF4-FFF2-40B4-BE49-F238E27FC236}">
                <a16:creationId xmlns:a16="http://schemas.microsoft.com/office/drawing/2014/main" id="{CDC184BD-E145-0C74-C6C0-2C4F6ADAA379}"/>
              </a:ext>
            </a:extLst>
          </p:cNvPr>
          <p:cNvCxnSpPr>
            <a:cxnSpLocks/>
          </p:cNvCxnSpPr>
          <p:nvPr/>
        </p:nvCxnSpPr>
        <p:spPr>
          <a:xfrm>
            <a:off x="3192039" y="4686810"/>
            <a:ext cx="0" cy="1377156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3">
            <a:extLst>
              <a:ext uri="{FF2B5EF4-FFF2-40B4-BE49-F238E27FC236}">
                <a16:creationId xmlns:a16="http://schemas.microsoft.com/office/drawing/2014/main" id="{4C4D19A1-4A3D-EBE9-F0FE-1E9F23FAACDB}"/>
              </a:ext>
            </a:extLst>
          </p:cNvPr>
          <p:cNvCxnSpPr>
            <a:cxnSpLocks/>
          </p:cNvCxnSpPr>
          <p:nvPr/>
        </p:nvCxnSpPr>
        <p:spPr>
          <a:xfrm>
            <a:off x="4424833" y="4483540"/>
            <a:ext cx="0" cy="1582808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34">
            <a:extLst>
              <a:ext uri="{FF2B5EF4-FFF2-40B4-BE49-F238E27FC236}">
                <a16:creationId xmlns:a16="http://schemas.microsoft.com/office/drawing/2014/main" id="{117858D7-D251-BF4A-578C-BB1671EB8DBF}"/>
              </a:ext>
            </a:extLst>
          </p:cNvPr>
          <p:cNvCxnSpPr>
            <a:cxnSpLocks/>
          </p:cNvCxnSpPr>
          <p:nvPr/>
        </p:nvCxnSpPr>
        <p:spPr>
          <a:xfrm>
            <a:off x="5657628" y="4295589"/>
            <a:ext cx="0" cy="1768377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35">
            <a:extLst>
              <a:ext uri="{FF2B5EF4-FFF2-40B4-BE49-F238E27FC236}">
                <a16:creationId xmlns:a16="http://schemas.microsoft.com/office/drawing/2014/main" id="{FFF153DA-1076-6ED8-99AD-DAA5B72C3779}"/>
              </a:ext>
            </a:extLst>
          </p:cNvPr>
          <p:cNvCxnSpPr>
            <a:cxnSpLocks/>
          </p:cNvCxnSpPr>
          <p:nvPr/>
        </p:nvCxnSpPr>
        <p:spPr>
          <a:xfrm>
            <a:off x="6890421" y="4118974"/>
            <a:ext cx="0" cy="194023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36">
            <a:extLst>
              <a:ext uri="{FF2B5EF4-FFF2-40B4-BE49-F238E27FC236}">
                <a16:creationId xmlns:a16="http://schemas.microsoft.com/office/drawing/2014/main" id="{CC5DED62-E7DD-7A0D-F980-53C101D43C44}"/>
              </a:ext>
            </a:extLst>
          </p:cNvPr>
          <p:cNvCxnSpPr>
            <a:cxnSpLocks/>
          </p:cNvCxnSpPr>
          <p:nvPr/>
        </p:nvCxnSpPr>
        <p:spPr>
          <a:xfrm>
            <a:off x="8123215" y="3941903"/>
            <a:ext cx="0" cy="2117301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37">
            <a:extLst>
              <a:ext uri="{FF2B5EF4-FFF2-40B4-BE49-F238E27FC236}">
                <a16:creationId xmlns:a16="http://schemas.microsoft.com/office/drawing/2014/main" id="{5074D20D-D6D6-753D-A4E2-4AEB3FA51922}"/>
              </a:ext>
            </a:extLst>
          </p:cNvPr>
          <p:cNvCxnSpPr>
            <a:cxnSpLocks/>
          </p:cNvCxnSpPr>
          <p:nvPr/>
        </p:nvCxnSpPr>
        <p:spPr>
          <a:xfrm>
            <a:off x="9356008" y="3765291"/>
            <a:ext cx="0" cy="2293913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38">
            <a:extLst>
              <a:ext uri="{FF2B5EF4-FFF2-40B4-BE49-F238E27FC236}">
                <a16:creationId xmlns:a16="http://schemas.microsoft.com/office/drawing/2014/main" id="{705A1D86-4AD4-A9B0-60F9-556A9A97A9F6}"/>
              </a:ext>
            </a:extLst>
          </p:cNvPr>
          <p:cNvCxnSpPr>
            <a:cxnSpLocks/>
          </p:cNvCxnSpPr>
          <p:nvPr/>
        </p:nvCxnSpPr>
        <p:spPr>
          <a:xfrm>
            <a:off x="10588803" y="3561273"/>
            <a:ext cx="0" cy="2502693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38EA4483-7DA1-8412-8A14-F4EF9898BF20}"/>
              </a:ext>
            </a:extLst>
          </p:cNvPr>
          <p:cNvSpPr txBox="1">
            <a:spLocks/>
          </p:cNvSpPr>
          <p:nvPr/>
        </p:nvSpPr>
        <p:spPr bwMode="gray">
          <a:xfrm>
            <a:off x="2062831" y="5202192"/>
            <a:ext cx="1052051" cy="8617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 dirty="0">
                <a:solidFill>
                  <a:schemeClr val="accent1"/>
                </a:solidFill>
              </a:rPr>
              <a:t>Title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dirty="0"/>
              <a:t>Insert your desired text here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4F6A996B-D562-E85B-07C4-ADF70A57A09F}"/>
              </a:ext>
            </a:extLst>
          </p:cNvPr>
          <p:cNvSpPr txBox="1">
            <a:spLocks/>
          </p:cNvSpPr>
          <p:nvPr/>
        </p:nvSpPr>
        <p:spPr bwMode="gray">
          <a:xfrm>
            <a:off x="3293490" y="5202192"/>
            <a:ext cx="1052051" cy="8617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 dirty="0">
                <a:solidFill>
                  <a:schemeClr val="accent1"/>
                </a:solidFill>
              </a:rPr>
              <a:t>Title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dirty="0"/>
              <a:t>Insert your desired text here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E22A1848-D444-86E2-ED2F-EF84972F0095}"/>
              </a:ext>
            </a:extLst>
          </p:cNvPr>
          <p:cNvSpPr txBox="1">
            <a:spLocks/>
          </p:cNvSpPr>
          <p:nvPr/>
        </p:nvSpPr>
        <p:spPr bwMode="gray">
          <a:xfrm>
            <a:off x="4524150" y="5202192"/>
            <a:ext cx="1052051" cy="8617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 dirty="0">
                <a:solidFill>
                  <a:schemeClr val="accent1"/>
                </a:solidFill>
              </a:rPr>
              <a:t>Title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dirty="0"/>
              <a:t>Insert your desired text here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71405FB7-BCD4-E73B-5511-353ECAA1BAB5}"/>
              </a:ext>
            </a:extLst>
          </p:cNvPr>
          <p:cNvSpPr txBox="1">
            <a:spLocks/>
          </p:cNvSpPr>
          <p:nvPr/>
        </p:nvSpPr>
        <p:spPr bwMode="gray">
          <a:xfrm>
            <a:off x="5754810" y="5202192"/>
            <a:ext cx="1052051" cy="8617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 dirty="0">
                <a:solidFill>
                  <a:schemeClr val="accent1"/>
                </a:solidFill>
              </a:rPr>
              <a:t>Title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dirty="0"/>
              <a:t>Insert your desired text here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1E8D98FF-DDD8-3A77-CDBA-B8D8587E87C6}"/>
              </a:ext>
            </a:extLst>
          </p:cNvPr>
          <p:cNvSpPr txBox="1">
            <a:spLocks/>
          </p:cNvSpPr>
          <p:nvPr/>
        </p:nvSpPr>
        <p:spPr bwMode="gray">
          <a:xfrm>
            <a:off x="6985471" y="5202192"/>
            <a:ext cx="1052051" cy="8617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 dirty="0">
                <a:solidFill>
                  <a:schemeClr val="accent1"/>
                </a:solidFill>
              </a:rPr>
              <a:t>Title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dirty="0"/>
              <a:t>Insert your desired text here</a:t>
            </a:r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5E0ED2D3-8255-110F-EDFD-E190953A53F2}"/>
              </a:ext>
            </a:extLst>
          </p:cNvPr>
          <p:cNvSpPr txBox="1">
            <a:spLocks/>
          </p:cNvSpPr>
          <p:nvPr/>
        </p:nvSpPr>
        <p:spPr bwMode="gray">
          <a:xfrm>
            <a:off x="8216131" y="5202192"/>
            <a:ext cx="1052051" cy="8617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 dirty="0">
                <a:solidFill>
                  <a:schemeClr val="accent1"/>
                </a:solidFill>
              </a:rPr>
              <a:t>Title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dirty="0"/>
              <a:t>Insert your desired text here</a:t>
            </a:r>
          </a:p>
        </p:txBody>
      </p:sp>
      <p:sp>
        <p:nvSpPr>
          <p:cNvPr id="19" name="Textplatzhalter 9">
            <a:extLst>
              <a:ext uri="{FF2B5EF4-FFF2-40B4-BE49-F238E27FC236}">
                <a16:creationId xmlns:a16="http://schemas.microsoft.com/office/drawing/2014/main" id="{7E5C62B4-AA93-97AA-DBDF-360CAED274F7}"/>
              </a:ext>
            </a:extLst>
          </p:cNvPr>
          <p:cNvSpPr txBox="1">
            <a:spLocks/>
          </p:cNvSpPr>
          <p:nvPr/>
        </p:nvSpPr>
        <p:spPr bwMode="gray">
          <a:xfrm>
            <a:off x="9446791" y="5202192"/>
            <a:ext cx="1052051" cy="8617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 dirty="0">
                <a:solidFill>
                  <a:schemeClr val="accent1"/>
                </a:solidFill>
              </a:rPr>
              <a:t>Title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dirty="0"/>
              <a:t>Insert your desired text here</a:t>
            </a:r>
          </a:p>
        </p:txBody>
      </p:sp>
      <p:sp>
        <p:nvSpPr>
          <p:cNvPr id="20" name="Textplatzhalter 9">
            <a:extLst>
              <a:ext uri="{FF2B5EF4-FFF2-40B4-BE49-F238E27FC236}">
                <a16:creationId xmlns:a16="http://schemas.microsoft.com/office/drawing/2014/main" id="{78F57AA1-817A-7B53-DC64-D0C905FE0E38}"/>
              </a:ext>
            </a:extLst>
          </p:cNvPr>
          <p:cNvSpPr txBox="1">
            <a:spLocks/>
          </p:cNvSpPr>
          <p:nvPr/>
        </p:nvSpPr>
        <p:spPr bwMode="gray">
          <a:xfrm>
            <a:off x="10677450" y="5202192"/>
            <a:ext cx="1052051" cy="8617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 dirty="0">
                <a:solidFill>
                  <a:schemeClr val="accent1"/>
                </a:solidFill>
              </a:rPr>
              <a:t>Title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dirty="0"/>
              <a:t>Insert your desired text here</a:t>
            </a:r>
          </a:p>
        </p:txBody>
      </p:sp>
      <p:grpSp>
        <p:nvGrpSpPr>
          <p:cNvPr id="21" name="Gruppieren 70">
            <a:extLst>
              <a:ext uri="{FF2B5EF4-FFF2-40B4-BE49-F238E27FC236}">
                <a16:creationId xmlns:a16="http://schemas.microsoft.com/office/drawing/2014/main" id="{72F12D33-850C-E9F2-0E7F-A972F1BCA1E7}"/>
              </a:ext>
            </a:extLst>
          </p:cNvPr>
          <p:cNvGrpSpPr>
            <a:grpSpLocks/>
          </p:cNvGrpSpPr>
          <p:nvPr/>
        </p:nvGrpSpPr>
        <p:grpSpPr>
          <a:xfrm>
            <a:off x="10586424" y="2841259"/>
            <a:ext cx="1234101" cy="576582"/>
            <a:chOff x="9189621" y="2672474"/>
            <a:chExt cx="1015356" cy="576582"/>
          </a:xfrm>
        </p:grpSpPr>
        <p:sp>
          <p:nvSpPr>
            <p:cNvPr id="22" name="Freihandform: Form 7">
              <a:extLst>
                <a:ext uri="{FF2B5EF4-FFF2-40B4-BE49-F238E27FC236}">
                  <a16:creationId xmlns:a16="http://schemas.microsoft.com/office/drawing/2014/main" id="{8F55964F-A2AE-3AD7-1039-EDF93BF79FA5}"/>
                </a:ext>
              </a:extLst>
            </p:cNvPr>
            <p:cNvSpPr>
              <a:spLocks/>
            </p:cNvSpPr>
            <p:nvPr/>
          </p:nvSpPr>
          <p:spPr>
            <a:xfrm rot="16200000">
              <a:off x="8950664" y="2914839"/>
              <a:ext cx="573174" cy="95260"/>
            </a:xfrm>
            <a:custGeom>
              <a:avLst/>
              <a:gdLst>
                <a:gd name="connsiteX0" fmla="*/ 189166 w 189166"/>
                <a:gd name="connsiteY0" fmla="*/ 4381 h 8762"/>
                <a:gd name="connsiteX1" fmla="*/ 189071 w 189166"/>
                <a:gd name="connsiteY1" fmla="*/ 4572 h 8762"/>
                <a:gd name="connsiteX2" fmla="*/ 94583 w 189166"/>
                <a:gd name="connsiteY2" fmla="*/ 8763 h 8762"/>
                <a:gd name="connsiteX3" fmla="*/ 95 w 189166"/>
                <a:gd name="connsiteY3" fmla="*/ 4572 h 8762"/>
                <a:gd name="connsiteX4" fmla="*/ 0 w 189166"/>
                <a:gd name="connsiteY4" fmla="*/ 4381 h 8762"/>
                <a:gd name="connsiteX5" fmla="*/ 94583 w 189166"/>
                <a:gd name="connsiteY5" fmla="*/ 0 h 8762"/>
                <a:gd name="connsiteX6" fmla="*/ 189166 w 189166"/>
                <a:gd name="connsiteY6" fmla="*/ 4381 h 8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166" h="8762">
                  <a:moveTo>
                    <a:pt x="189166" y="4381"/>
                  </a:moveTo>
                  <a:cubicBezTo>
                    <a:pt x="189166" y="4381"/>
                    <a:pt x="189166" y="4572"/>
                    <a:pt x="189071" y="4572"/>
                  </a:cubicBezTo>
                  <a:cubicBezTo>
                    <a:pt x="186500" y="6953"/>
                    <a:pt x="145256" y="8763"/>
                    <a:pt x="94583" y="8763"/>
                  </a:cubicBezTo>
                  <a:cubicBezTo>
                    <a:pt x="43910" y="8763"/>
                    <a:pt x="2667" y="6953"/>
                    <a:pt x="95" y="4572"/>
                  </a:cubicBezTo>
                  <a:cubicBezTo>
                    <a:pt x="0" y="4572"/>
                    <a:pt x="0" y="4477"/>
                    <a:pt x="0" y="4381"/>
                  </a:cubicBezTo>
                  <a:cubicBezTo>
                    <a:pt x="0" y="1905"/>
                    <a:pt x="42386" y="0"/>
                    <a:pt x="94583" y="0"/>
                  </a:cubicBezTo>
                  <a:cubicBezTo>
                    <a:pt x="146780" y="0"/>
                    <a:pt x="189166" y="1905"/>
                    <a:pt x="189166" y="438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  <p:sp>
          <p:nvSpPr>
            <p:cNvPr id="23" name="Freihandform: Form 8">
              <a:extLst>
                <a:ext uri="{FF2B5EF4-FFF2-40B4-BE49-F238E27FC236}">
                  <a16:creationId xmlns:a16="http://schemas.microsoft.com/office/drawing/2014/main" id="{38B2FCB4-CD04-2129-5F49-71D425CA97B3}"/>
                </a:ext>
              </a:extLst>
            </p:cNvPr>
            <p:cNvSpPr>
              <a:spLocks/>
            </p:cNvSpPr>
            <p:nvPr/>
          </p:nvSpPr>
          <p:spPr>
            <a:xfrm rot="16200000">
              <a:off x="9430830" y="2474621"/>
              <a:ext cx="576293" cy="972000"/>
            </a:xfrm>
            <a:custGeom>
              <a:avLst/>
              <a:gdLst>
                <a:gd name="connsiteX0" fmla="*/ 188976 w 188976"/>
                <a:gd name="connsiteY0" fmla="*/ 0 h 78866"/>
                <a:gd name="connsiteX1" fmla="*/ 157163 w 188976"/>
                <a:gd name="connsiteY1" fmla="*/ 75914 h 78866"/>
                <a:gd name="connsiteX2" fmla="*/ 94488 w 188976"/>
                <a:gd name="connsiteY2" fmla="*/ 78867 h 78866"/>
                <a:gd name="connsiteX3" fmla="*/ 31814 w 188976"/>
                <a:gd name="connsiteY3" fmla="*/ 75914 h 78866"/>
                <a:gd name="connsiteX4" fmla="*/ 31909 w 188976"/>
                <a:gd name="connsiteY4" fmla="*/ 75914 h 78866"/>
                <a:gd name="connsiteX5" fmla="*/ 31909 w 188976"/>
                <a:gd name="connsiteY5" fmla="*/ 75914 h 78866"/>
                <a:gd name="connsiteX6" fmla="*/ 0 w 188976"/>
                <a:gd name="connsiteY6" fmla="*/ 0 h 78866"/>
                <a:gd name="connsiteX7" fmla="*/ 94488 w 188976"/>
                <a:gd name="connsiteY7" fmla="*/ 4191 h 78866"/>
                <a:gd name="connsiteX8" fmla="*/ 188976 w 188976"/>
                <a:gd name="connsiteY8" fmla="*/ 0 h 78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976" h="78866">
                  <a:moveTo>
                    <a:pt x="188976" y="0"/>
                  </a:moveTo>
                  <a:lnTo>
                    <a:pt x="157163" y="75914"/>
                  </a:lnTo>
                  <a:cubicBezTo>
                    <a:pt x="157163" y="77533"/>
                    <a:pt x="129159" y="78867"/>
                    <a:pt x="94488" y="78867"/>
                  </a:cubicBezTo>
                  <a:cubicBezTo>
                    <a:pt x="59817" y="78867"/>
                    <a:pt x="31814" y="77533"/>
                    <a:pt x="31814" y="75914"/>
                  </a:cubicBezTo>
                  <a:cubicBezTo>
                    <a:pt x="31814" y="75914"/>
                    <a:pt x="31845" y="75914"/>
                    <a:pt x="31909" y="75914"/>
                  </a:cubicBezTo>
                  <a:lnTo>
                    <a:pt x="31909" y="75914"/>
                  </a:lnTo>
                  <a:lnTo>
                    <a:pt x="0" y="0"/>
                  </a:lnTo>
                  <a:cubicBezTo>
                    <a:pt x="2572" y="2381"/>
                    <a:pt x="43910" y="4191"/>
                    <a:pt x="94488" y="4191"/>
                  </a:cubicBezTo>
                  <a:cubicBezTo>
                    <a:pt x="145066" y="4191"/>
                    <a:pt x="186404" y="2381"/>
                    <a:pt x="188976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</p:grpSp>
      <p:grpSp>
        <p:nvGrpSpPr>
          <p:cNvPr id="24" name="Gruppieren 69">
            <a:extLst>
              <a:ext uri="{FF2B5EF4-FFF2-40B4-BE49-F238E27FC236}">
                <a16:creationId xmlns:a16="http://schemas.microsoft.com/office/drawing/2014/main" id="{2E9FC8FF-795D-6ABE-6249-963D4ABDB3CD}"/>
              </a:ext>
            </a:extLst>
          </p:cNvPr>
          <p:cNvGrpSpPr>
            <a:grpSpLocks/>
          </p:cNvGrpSpPr>
          <p:nvPr/>
        </p:nvGrpSpPr>
        <p:grpSpPr>
          <a:xfrm>
            <a:off x="9352083" y="2672899"/>
            <a:ext cx="1241465" cy="916247"/>
            <a:chOff x="8248743" y="2504114"/>
            <a:chExt cx="1021415" cy="916247"/>
          </a:xfrm>
        </p:grpSpPr>
        <p:sp>
          <p:nvSpPr>
            <p:cNvPr id="25" name="Freihandform: Form 10">
              <a:extLst>
                <a:ext uri="{FF2B5EF4-FFF2-40B4-BE49-F238E27FC236}">
                  <a16:creationId xmlns:a16="http://schemas.microsoft.com/office/drawing/2014/main" id="{E42973C7-3CB4-0991-151B-1308D56C0279}"/>
                </a:ext>
              </a:extLst>
            </p:cNvPr>
            <p:cNvSpPr>
              <a:spLocks/>
            </p:cNvSpPr>
            <p:nvPr/>
          </p:nvSpPr>
          <p:spPr>
            <a:xfrm rot="16200000">
              <a:off x="7841241" y="2912077"/>
              <a:ext cx="915786" cy="100782"/>
            </a:xfrm>
            <a:custGeom>
              <a:avLst/>
              <a:gdLst>
                <a:gd name="connsiteX0" fmla="*/ 189166 w 189166"/>
                <a:gd name="connsiteY0" fmla="*/ 4381 h 8762"/>
                <a:gd name="connsiteX1" fmla="*/ 189071 w 189166"/>
                <a:gd name="connsiteY1" fmla="*/ 4572 h 8762"/>
                <a:gd name="connsiteX2" fmla="*/ 94583 w 189166"/>
                <a:gd name="connsiteY2" fmla="*/ 8763 h 8762"/>
                <a:gd name="connsiteX3" fmla="*/ 95 w 189166"/>
                <a:gd name="connsiteY3" fmla="*/ 4572 h 8762"/>
                <a:gd name="connsiteX4" fmla="*/ 0 w 189166"/>
                <a:gd name="connsiteY4" fmla="*/ 4381 h 8762"/>
                <a:gd name="connsiteX5" fmla="*/ 94583 w 189166"/>
                <a:gd name="connsiteY5" fmla="*/ 0 h 8762"/>
                <a:gd name="connsiteX6" fmla="*/ 189166 w 189166"/>
                <a:gd name="connsiteY6" fmla="*/ 4381 h 8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166" h="8762">
                  <a:moveTo>
                    <a:pt x="189166" y="4381"/>
                  </a:moveTo>
                  <a:cubicBezTo>
                    <a:pt x="189166" y="4381"/>
                    <a:pt x="189166" y="4572"/>
                    <a:pt x="189071" y="4572"/>
                  </a:cubicBezTo>
                  <a:cubicBezTo>
                    <a:pt x="186500" y="6953"/>
                    <a:pt x="145256" y="8763"/>
                    <a:pt x="94583" y="8763"/>
                  </a:cubicBezTo>
                  <a:cubicBezTo>
                    <a:pt x="43910" y="8763"/>
                    <a:pt x="2667" y="6953"/>
                    <a:pt x="95" y="4572"/>
                  </a:cubicBezTo>
                  <a:cubicBezTo>
                    <a:pt x="0" y="4572"/>
                    <a:pt x="0" y="4477"/>
                    <a:pt x="0" y="4381"/>
                  </a:cubicBezTo>
                  <a:cubicBezTo>
                    <a:pt x="0" y="1905"/>
                    <a:pt x="42386" y="0"/>
                    <a:pt x="94583" y="0"/>
                  </a:cubicBezTo>
                  <a:cubicBezTo>
                    <a:pt x="146780" y="0"/>
                    <a:pt x="189166" y="1905"/>
                    <a:pt x="189166" y="438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  <p:sp>
          <p:nvSpPr>
            <p:cNvPr id="26" name="Freihandform: Form 11">
              <a:extLst>
                <a:ext uri="{FF2B5EF4-FFF2-40B4-BE49-F238E27FC236}">
                  <a16:creationId xmlns:a16="http://schemas.microsoft.com/office/drawing/2014/main" id="{E677F299-8BAB-75D9-018A-0CD3578724B9}"/>
                </a:ext>
              </a:extLst>
            </p:cNvPr>
            <p:cNvSpPr>
              <a:spLocks/>
            </p:cNvSpPr>
            <p:nvPr/>
          </p:nvSpPr>
          <p:spPr>
            <a:xfrm rot="16200000">
              <a:off x="8326265" y="2476007"/>
              <a:ext cx="915786" cy="972000"/>
            </a:xfrm>
            <a:custGeom>
              <a:avLst/>
              <a:gdLst>
                <a:gd name="connsiteX0" fmla="*/ 188976 w 188976"/>
                <a:gd name="connsiteY0" fmla="*/ 0 h 78866"/>
                <a:gd name="connsiteX1" fmla="*/ 157163 w 188976"/>
                <a:gd name="connsiteY1" fmla="*/ 75914 h 78866"/>
                <a:gd name="connsiteX2" fmla="*/ 94488 w 188976"/>
                <a:gd name="connsiteY2" fmla="*/ 78867 h 78866"/>
                <a:gd name="connsiteX3" fmla="*/ 31814 w 188976"/>
                <a:gd name="connsiteY3" fmla="*/ 75914 h 78866"/>
                <a:gd name="connsiteX4" fmla="*/ 31909 w 188976"/>
                <a:gd name="connsiteY4" fmla="*/ 75914 h 78866"/>
                <a:gd name="connsiteX5" fmla="*/ 31909 w 188976"/>
                <a:gd name="connsiteY5" fmla="*/ 75914 h 78866"/>
                <a:gd name="connsiteX6" fmla="*/ 0 w 188976"/>
                <a:gd name="connsiteY6" fmla="*/ 0 h 78866"/>
                <a:gd name="connsiteX7" fmla="*/ 94488 w 188976"/>
                <a:gd name="connsiteY7" fmla="*/ 4191 h 78866"/>
                <a:gd name="connsiteX8" fmla="*/ 188976 w 188976"/>
                <a:gd name="connsiteY8" fmla="*/ 0 h 78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976" h="78866">
                  <a:moveTo>
                    <a:pt x="188976" y="0"/>
                  </a:moveTo>
                  <a:lnTo>
                    <a:pt x="157163" y="75914"/>
                  </a:lnTo>
                  <a:cubicBezTo>
                    <a:pt x="157163" y="77533"/>
                    <a:pt x="129159" y="78867"/>
                    <a:pt x="94488" y="78867"/>
                  </a:cubicBezTo>
                  <a:cubicBezTo>
                    <a:pt x="59817" y="78867"/>
                    <a:pt x="31814" y="77533"/>
                    <a:pt x="31814" y="75914"/>
                  </a:cubicBezTo>
                  <a:cubicBezTo>
                    <a:pt x="31814" y="75914"/>
                    <a:pt x="31845" y="75914"/>
                    <a:pt x="31909" y="75914"/>
                  </a:cubicBezTo>
                  <a:lnTo>
                    <a:pt x="31909" y="75914"/>
                  </a:lnTo>
                  <a:lnTo>
                    <a:pt x="0" y="0"/>
                  </a:lnTo>
                  <a:cubicBezTo>
                    <a:pt x="2572" y="2381"/>
                    <a:pt x="43910" y="4191"/>
                    <a:pt x="94488" y="4191"/>
                  </a:cubicBezTo>
                  <a:cubicBezTo>
                    <a:pt x="145066" y="4191"/>
                    <a:pt x="186404" y="2381"/>
                    <a:pt x="188976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</p:grpSp>
      <p:grpSp>
        <p:nvGrpSpPr>
          <p:cNvPr id="27" name="Gruppieren 68">
            <a:extLst>
              <a:ext uri="{FF2B5EF4-FFF2-40B4-BE49-F238E27FC236}">
                <a16:creationId xmlns:a16="http://schemas.microsoft.com/office/drawing/2014/main" id="{24F3C774-BB2D-99F2-1DAE-053B91A14D47}"/>
              </a:ext>
            </a:extLst>
          </p:cNvPr>
          <p:cNvGrpSpPr>
            <a:grpSpLocks/>
          </p:cNvGrpSpPr>
          <p:nvPr/>
        </p:nvGrpSpPr>
        <p:grpSpPr>
          <a:xfrm>
            <a:off x="8110375" y="2496288"/>
            <a:ext cx="1263561" cy="1269927"/>
            <a:chOff x="7268428" y="2327503"/>
            <a:chExt cx="1039595" cy="1269927"/>
          </a:xfrm>
        </p:grpSpPr>
        <p:sp>
          <p:nvSpPr>
            <p:cNvPr id="28" name="Freihandform: Form 13">
              <a:extLst>
                <a:ext uri="{FF2B5EF4-FFF2-40B4-BE49-F238E27FC236}">
                  <a16:creationId xmlns:a16="http://schemas.microsoft.com/office/drawing/2014/main" id="{45BA00E1-7244-B96F-3273-1CAFC2B496D8}"/>
                </a:ext>
              </a:extLst>
            </p:cNvPr>
            <p:cNvSpPr>
              <a:spLocks/>
            </p:cNvSpPr>
            <p:nvPr/>
          </p:nvSpPr>
          <p:spPr>
            <a:xfrm rot="16200000">
              <a:off x="6703582" y="2892350"/>
              <a:ext cx="1269926" cy="140234"/>
            </a:xfrm>
            <a:custGeom>
              <a:avLst/>
              <a:gdLst>
                <a:gd name="connsiteX0" fmla="*/ 262319 w 262318"/>
                <a:gd name="connsiteY0" fmla="*/ 6096 h 12192"/>
                <a:gd name="connsiteX1" fmla="*/ 131159 w 262318"/>
                <a:gd name="connsiteY1" fmla="*/ 12192 h 12192"/>
                <a:gd name="connsiteX2" fmla="*/ 190 w 262318"/>
                <a:gd name="connsiteY2" fmla="*/ 6382 h 12192"/>
                <a:gd name="connsiteX3" fmla="*/ 0 w 262318"/>
                <a:gd name="connsiteY3" fmla="*/ 6096 h 12192"/>
                <a:gd name="connsiteX4" fmla="*/ 131159 w 262318"/>
                <a:gd name="connsiteY4" fmla="*/ 0 h 12192"/>
                <a:gd name="connsiteX5" fmla="*/ 262319 w 262318"/>
                <a:gd name="connsiteY5" fmla="*/ 6096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2318" h="12192">
                  <a:moveTo>
                    <a:pt x="262319" y="6096"/>
                  </a:moveTo>
                  <a:cubicBezTo>
                    <a:pt x="262319" y="9525"/>
                    <a:pt x="203644" y="12192"/>
                    <a:pt x="131159" y="12192"/>
                  </a:cubicBezTo>
                  <a:cubicBezTo>
                    <a:pt x="58674" y="12192"/>
                    <a:pt x="3715" y="9716"/>
                    <a:pt x="190" y="6382"/>
                  </a:cubicBezTo>
                  <a:cubicBezTo>
                    <a:pt x="190" y="6286"/>
                    <a:pt x="0" y="6191"/>
                    <a:pt x="0" y="6096"/>
                  </a:cubicBezTo>
                  <a:cubicBezTo>
                    <a:pt x="0" y="2667"/>
                    <a:pt x="58769" y="0"/>
                    <a:pt x="131159" y="0"/>
                  </a:cubicBezTo>
                  <a:cubicBezTo>
                    <a:pt x="203549" y="0"/>
                    <a:pt x="262319" y="2667"/>
                    <a:pt x="262319" y="6096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  <p:sp>
          <p:nvSpPr>
            <p:cNvPr id="29" name="Freihandform: Form 14">
              <a:extLst>
                <a:ext uri="{FF2B5EF4-FFF2-40B4-BE49-F238E27FC236}">
                  <a16:creationId xmlns:a16="http://schemas.microsoft.com/office/drawing/2014/main" id="{E136E4EE-861D-7C31-5AD9-39B2E524A239}"/>
                </a:ext>
              </a:extLst>
            </p:cNvPr>
            <p:cNvSpPr>
              <a:spLocks/>
            </p:cNvSpPr>
            <p:nvPr/>
          </p:nvSpPr>
          <p:spPr>
            <a:xfrm rot="16200000">
              <a:off x="7187521" y="2476005"/>
              <a:ext cx="1269003" cy="972000"/>
            </a:xfrm>
            <a:custGeom>
              <a:avLst/>
              <a:gdLst>
                <a:gd name="connsiteX0" fmla="*/ 262128 w 262127"/>
                <a:gd name="connsiteY0" fmla="*/ 0 h 80771"/>
                <a:gd name="connsiteX1" fmla="*/ 230219 w 262127"/>
                <a:gd name="connsiteY1" fmla="*/ 76105 h 80771"/>
                <a:gd name="connsiteX2" fmla="*/ 130969 w 262127"/>
                <a:gd name="connsiteY2" fmla="*/ 80772 h 80771"/>
                <a:gd name="connsiteX3" fmla="*/ 31718 w 262127"/>
                <a:gd name="connsiteY3" fmla="*/ 76105 h 80771"/>
                <a:gd name="connsiteX4" fmla="*/ 31814 w 262127"/>
                <a:gd name="connsiteY4" fmla="*/ 76105 h 80771"/>
                <a:gd name="connsiteX5" fmla="*/ 31814 w 262127"/>
                <a:gd name="connsiteY5" fmla="*/ 75914 h 80771"/>
                <a:gd name="connsiteX6" fmla="*/ 0 w 262127"/>
                <a:gd name="connsiteY6" fmla="*/ 286 h 80771"/>
                <a:gd name="connsiteX7" fmla="*/ 130969 w 262127"/>
                <a:gd name="connsiteY7" fmla="*/ 6096 h 80771"/>
                <a:gd name="connsiteX8" fmla="*/ 262128 w 262127"/>
                <a:gd name="connsiteY8" fmla="*/ 0 h 8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7" h="80771">
                  <a:moveTo>
                    <a:pt x="262128" y="0"/>
                  </a:moveTo>
                  <a:lnTo>
                    <a:pt x="230219" y="76105"/>
                  </a:lnTo>
                  <a:cubicBezTo>
                    <a:pt x="230219" y="78676"/>
                    <a:pt x="185833" y="80772"/>
                    <a:pt x="130969" y="80772"/>
                  </a:cubicBezTo>
                  <a:cubicBezTo>
                    <a:pt x="76105" y="80772"/>
                    <a:pt x="31718" y="78676"/>
                    <a:pt x="31718" y="76105"/>
                  </a:cubicBezTo>
                  <a:lnTo>
                    <a:pt x="31814" y="76105"/>
                  </a:lnTo>
                  <a:lnTo>
                    <a:pt x="31814" y="75914"/>
                  </a:lnTo>
                  <a:lnTo>
                    <a:pt x="0" y="286"/>
                  </a:lnTo>
                  <a:cubicBezTo>
                    <a:pt x="3524" y="3619"/>
                    <a:pt x="60865" y="6096"/>
                    <a:pt x="130969" y="6096"/>
                  </a:cubicBezTo>
                  <a:cubicBezTo>
                    <a:pt x="201073" y="6096"/>
                    <a:pt x="262128" y="3429"/>
                    <a:pt x="262128" y="0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</p:grpSp>
      <p:grpSp>
        <p:nvGrpSpPr>
          <p:cNvPr id="30" name="Gruppieren 67">
            <a:extLst>
              <a:ext uri="{FF2B5EF4-FFF2-40B4-BE49-F238E27FC236}">
                <a16:creationId xmlns:a16="http://schemas.microsoft.com/office/drawing/2014/main" id="{7BA46BCF-D5BA-F670-FAF5-540847ACBC8B}"/>
              </a:ext>
            </a:extLst>
          </p:cNvPr>
          <p:cNvGrpSpPr>
            <a:grpSpLocks/>
          </p:cNvGrpSpPr>
          <p:nvPr/>
        </p:nvGrpSpPr>
        <p:grpSpPr>
          <a:xfrm>
            <a:off x="6863538" y="2317834"/>
            <a:ext cx="1295917" cy="1625453"/>
            <a:chOff x="6251843" y="2149049"/>
            <a:chExt cx="1066215" cy="1625453"/>
          </a:xfrm>
        </p:grpSpPr>
        <p:sp>
          <p:nvSpPr>
            <p:cNvPr id="31" name="Freihandform: Form 16">
              <a:extLst>
                <a:ext uri="{FF2B5EF4-FFF2-40B4-BE49-F238E27FC236}">
                  <a16:creationId xmlns:a16="http://schemas.microsoft.com/office/drawing/2014/main" id="{CE084682-40A6-0196-9B81-724ACACB8CD6}"/>
                </a:ext>
              </a:extLst>
            </p:cNvPr>
            <p:cNvSpPr>
              <a:spLocks/>
            </p:cNvSpPr>
            <p:nvPr/>
          </p:nvSpPr>
          <p:spPr>
            <a:xfrm rot="16200000">
              <a:off x="6020024" y="2475083"/>
              <a:ext cx="1624068" cy="972000"/>
            </a:xfrm>
            <a:custGeom>
              <a:avLst/>
              <a:gdLst>
                <a:gd name="connsiteX0" fmla="*/ 334994 w 334994"/>
                <a:gd name="connsiteY0" fmla="*/ 0 h 82105"/>
                <a:gd name="connsiteX1" fmla="*/ 303181 w 334994"/>
                <a:gd name="connsiteY1" fmla="*/ 75724 h 82105"/>
                <a:gd name="connsiteX2" fmla="*/ 167450 w 334994"/>
                <a:gd name="connsiteY2" fmla="*/ 82105 h 82105"/>
                <a:gd name="connsiteX3" fmla="*/ 31718 w 334994"/>
                <a:gd name="connsiteY3" fmla="*/ 75724 h 82105"/>
                <a:gd name="connsiteX4" fmla="*/ 0 w 334994"/>
                <a:gd name="connsiteY4" fmla="*/ 95 h 82105"/>
                <a:gd name="connsiteX5" fmla="*/ 167450 w 334994"/>
                <a:gd name="connsiteY5" fmla="*/ 7430 h 82105"/>
                <a:gd name="connsiteX6" fmla="*/ 334994 w 334994"/>
                <a:gd name="connsiteY6" fmla="*/ 0 h 82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4994" h="82105">
                  <a:moveTo>
                    <a:pt x="334994" y="0"/>
                  </a:moveTo>
                  <a:lnTo>
                    <a:pt x="303181" y="75724"/>
                  </a:lnTo>
                  <a:cubicBezTo>
                    <a:pt x="303181" y="79248"/>
                    <a:pt x="242411" y="82105"/>
                    <a:pt x="167450" y="82105"/>
                  </a:cubicBezTo>
                  <a:cubicBezTo>
                    <a:pt x="92488" y="82105"/>
                    <a:pt x="31718" y="79248"/>
                    <a:pt x="31718" y="75724"/>
                  </a:cubicBezTo>
                  <a:lnTo>
                    <a:pt x="0" y="95"/>
                  </a:lnTo>
                  <a:cubicBezTo>
                    <a:pt x="5143" y="4286"/>
                    <a:pt x="78200" y="7430"/>
                    <a:pt x="167450" y="7430"/>
                  </a:cubicBezTo>
                  <a:cubicBezTo>
                    <a:pt x="256699" y="7430"/>
                    <a:pt x="330518" y="4191"/>
                    <a:pt x="334994" y="0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  <p:sp>
          <p:nvSpPr>
            <p:cNvPr id="32" name="Freihandform: Form 17">
              <a:extLst>
                <a:ext uri="{FF2B5EF4-FFF2-40B4-BE49-F238E27FC236}">
                  <a16:creationId xmlns:a16="http://schemas.microsoft.com/office/drawing/2014/main" id="{3BC315C1-C6E7-E393-FF76-29174673FC9F}"/>
                </a:ext>
              </a:extLst>
            </p:cNvPr>
            <p:cNvSpPr>
              <a:spLocks/>
            </p:cNvSpPr>
            <p:nvPr/>
          </p:nvSpPr>
          <p:spPr>
            <a:xfrm rot="16200000">
              <a:off x="5529647" y="2872631"/>
              <a:ext cx="1624067" cy="179675"/>
            </a:xfrm>
            <a:custGeom>
              <a:avLst/>
              <a:gdLst>
                <a:gd name="connsiteX0" fmla="*/ 335471 w 335470"/>
                <a:gd name="connsiteY0" fmla="*/ 7810 h 15621"/>
                <a:gd name="connsiteX1" fmla="*/ 335280 w 335470"/>
                <a:gd name="connsiteY1" fmla="*/ 8192 h 15621"/>
                <a:gd name="connsiteX2" fmla="*/ 167735 w 335470"/>
                <a:gd name="connsiteY2" fmla="*/ 15621 h 15621"/>
                <a:gd name="connsiteX3" fmla="*/ 286 w 335470"/>
                <a:gd name="connsiteY3" fmla="*/ 8287 h 15621"/>
                <a:gd name="connsiteX4" fmla="*/ 190 w 335470"/>
                <a:gd name="connsiteY4" fmla="*/ 8192 h 15621"/>
                <a:gd name="connsiteX5" fmla="*/ 0 w 335470"/>
                <a:gd name="connsiteY5" fmla="*/ 7810 h 15621"/>
                <a:gd name="connsiteX6" fmla="*/ 167735 w 335470"/>
                <a:gd name="connsiteY6" fmla="*/ 0 h 15621"/>
                <a:gd name="connsiteX7" fmla="*/ 335471 w 335470"/>
                <a:gd name="connsiteY7" fmla="*/ 7810 h 15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5470" h="15621">
                  <a:moveTo>
                    <a:pt x="335471" y="7810"/>
                  </a:moveTo>
                  <a:cubicBezTo>
                    <a:pt x="335471" y="7810"/>
                    <a:pt x="335375" y="8096"/>
                    <a:pt x="335280" y="8192"/>
                  </a:cubicBezTo>
                  <a:cubicBezTo>
                    <a:pt x="330803" y="12383"/>
                    <a:pt x="257556" y="15621"/>
                    <a:pt x="167735" y="15621"/>
                  </a:cubicBezTo>
                  <a:cubicBezTo>
                    <a:pt x="77915" y="15621"/>
                    <a:pt x="5429" y="12478"/>
                    <a:pt x="286" y="8287"/>
                  </a:cubicBezTo>
                  <a:cubicBezTo>
                    <a:pt x="286" y="8287"/>
                    <a:pt x="286" y="8192"/>
                    <a:pt x="190" y="8192"/>
                  </a:cubicBezTo>
                  <a:cubicBezTo>
                    <a:pt x="95" y="8096"/>
                    <a:pt x="0" y="7906"/>
                    <a:pt x="0" y="7810"/>
                  </a:cubicBezTo>
                  <a:cubicBezTo>
                    <a:pt x="0" y="3429"/>
                    <a:pt x="75152" y="0"/>
                    <a:pt x="167735" y="0"/>
                  </a:cubicBezTo>
                  <a:cubicBezTo>
                    <a:pt x="260318" y="0"/>
                    <a:pt x="335471" y="3429"/>
                    <a:pt x="335471" y="7810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</p:grpSp>
      <p:grpSp>
        <p:nvGrpSpPr>
          <p:cNvPr id="33" name="Gruppieren 66">
            <a:extLst>
              <a:ext uri="{FF2B5EF4-FFF2-40B4-BE49-F238E27FC236}">
                <a16:creationId xmlns:a16="http://schemas.microsoft.com/office/drawing/2014/main" id="{3F03F7C4-0060-C579-9550-2B6087AE4129}"/>
              </a:ext>
            </a:extLst>
          </p:cNvPr>
          <p:cNvGrpSpPr>
            <a:grpSpLocks/>
          </p:cNvGrpSpPr>
          <p:nvPr/>
        </p:nvGrpSpPr>
        <p:grpSpPr>
          <a:xfrm>
            <a:off x="5625482" y="2140761"/>
            <a:ext cx="1310709" cy="1979597"/>
            <a:chOff x="5194714" y="1971976"/>
            <a:chExt cx="1078385" cy="1979597"/>
          </a:xfrm>
        </p:grpSpPr>
        <p:sp>
          <p:nvSpPr>
            <p:cNvPr id="34" name="Freihandform: Form 19">
              <a:extLst>
                <a:ext uri="{FF2B5EF4-FFF2-40B4-BE49-F238E27FC236}">
                  <a16:creationId xmlns:a16="http://schemas.microsoft.com/office/drawing/2014/main" id="{3166E56D-A003-7BD2-CB16-A328FB0CBD5A}"/>
                </a:ext>
              </a:extLst>
            </p:cNvPr>
            <p:cNvSpPr>
              <a:spLocks/>
            </p:cNvSpPr>
            <p:nvPr/>
          </p:nvSpPr>
          <p:spPr>
            <a:xfrm rot="16200000">
              <a:off x="4315167" y="2852911"/>
              <a:ext cx="1978209" cy="219116"/>
            </a:xfrm>
            <a:custGeom>
              <a:avLst/>
              <a:gdLst>
                <a:gd name="connsiteX0" fmla="*/ 408623 w 408622"/>
                <a:gd name="connsiteY0" fmla="*/ 9525 h 19050"/>
                <a:gd name="connsiteX1" fmla="*/ 204311 w 408622"/>
                <a:gd name="connsiteY1" fmla="*/ 19050 h 19050"/>
                <a:gd name="connsiteX2" fmla="*/ 286 w 408622"/>
                <a:gd name="connsiteY2" fmla="*/ 10001 h 19050"/>
                <a:gd name="connsiteX3" fmla="*/ 0 w 408622"/>
                <a:gd name="connsiteY3" fmla="*/ 9525 h 19050"/>
                <a:gd name="connsiteX4" fmla="*/ 204311 w 408622"/>
                <a:gd name="connsiteY4" fmla="*/ 0 h 19050"/>
                <a:gd name="connsiteX5" fmla="*/ 408623 w 408622"/>
                <a:gd name="connsiteY5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622" h="19050">
                  <a:moveTo>
                    <a:pt x="408623" y="9525"/>
                  </a:moveTo>
                  <a:cubicBezTo>
                    <a:pt x="408623" y="14764"/>
                    <a:pt x="317183" y="19050"/>
                    <a:pt x="204311" y="19050"/>
                  </a:cubicBezTo>
                  <a:cubicBezTo>
                    <a:pt x="91440" y="19050"/>
                    <a:pt x="5715" y="15049"/>
                    <a:pt x="286" y="10001"/>
                  </a:cubicBezTo>
                  <a:cubicBezTo>
                    <a:pt x="95" y="9811"/>
                    <a:pt x="0" y="9716"/>
                    <a:pt x="0" y="9525"/>
                  </a:cubicBezTo>
                  <a:cubicBezTo>
                    <a:pt x="0" y="4286"/>
                    <a:pt x="91440" y="0"/>
                    <a:pt x="204311" y="0"/>
                  </a:cubicBezTo>
                  <a:cubicBezTo>
                    <a:pt x="317183" y="0"/>
                    <a:pt x="408623" y="4286"/>
                    <a:pt x="408623" y="9525"/>
                  </a:cubicBezTo>
                  <a:close/>
                </a:path>
              </a:pathLst>
            </a:custGeom>
            <a:solidFill>
              <a:schemeClr val="bg2">
                <a:lumMod val="90000"/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  <p:sp>
          <p:nvSpPr>
            <p:cNvPr id="35" name="Freihandform: Form 20">
              <a:extLst>
                <a:ext uri="{FF2B5EF4-FFF2-40B4-BE49-F238E27FC236}">
                  <a16:creationId xmlns:a16="http://schemas.microsoft.com/office/drawing/2014/main" id="{0593F815-111B-40DC-1384-CA97F88E4F8F}"/>
                </a:ext>
              </a:extLst>
            </p:cNvPr>
            <p:cNvSpPr>
              <a:spLocks/>
            </p:cNvSpPr>
            <p:nvPr/>
          </p:nvSpPr>
          <p:spPr>
            <a:xfrm rot="16200000">
              <a:off x="4797993" y="2475082"/>
              <a:ext cx="1978211" cy="972000"/>
            </a:xfrm>
            <a:custGeom>
              <a:avLst/>
              <a:gdLst>
                <a:gd name="connsiteX0" fmla="*/ 408337 w 408336"/>
                <a:gd name="connsiteY0" fmla="*/ 0 h 84296"/>
                <a:gd name="connsiteX1" fmla="*/ 376333 w 408336"/>
                <a:gd name="connsiteY1" fmla="*/ 76200 h 84296"/>
                <a:gd name="connsiteX2" fmla="*/ 204026 w 408336"/>
                <a:gd name="connsiteY2" fmla="*/ 84296 h 84296"/>
                <a:gd name="connsiteX3" fmla="*/ 31718 w 408336"/>
                <a:gd name="connsiteY3" fmla="*/ 76200 h 84296"/>
                <a:gd name="connsiteX4" fmla="*/ 0 w 408336"/>
                <a:gd name="connsiteY4" fmla="*/ 476 h 84296"/>
                <a:gd name="connsiteX5" fmla="*/ 204026 w 408336"/>
                <a:gd name="connsiteY5" fmla="*/ 9525 h 84296"/>
                <a:gd name="connsiteX6" fmla="*/ 408337 w 408336"/>
                <a:gd name="connsiteY6" fmla="*/ 0 h 8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8336" h="84296">
                  <a:moveTo>
                    <a:pt x="408337" y="0"/>
                  </a:moveTo>
                  <a:lnTo>
                    <a:pt x="376333" y="76200"/>
                  </a:lnTo>
                  <a:cubicBezTo>
                    <a:pt x="376333" y="80677"/>
                    <a:pt x="299180" y="84296"/>
                    <a:pt x="204026" y="84296"/>
                  </a:cubicBezTo>
                  <a:cubicBezTo>
                    <a:pt x="108871" y="84296"/>
                    <a:pt x="31718" y="80677"/>
                    <a:pt x="31718" y="76200"/>
                  </a:cubicBezTo>
                  <a:lnTo>
                    <a:pt x="0" y="476"/>
                  </a:lnTo>
                  <a:cubicBezTo>
                    <a:pt x="5429" y="5524"/>
                    <a:pt x="94679" y="9525"/>
                    <a:pt x="204026" y="9525"/>
                  </a:cubicBezTo>
                  <a:cubicBezTo>
                    <a:pt x="313373" y="9525"/>
                    <a:pt x="408337" y="5239"/>
                    <a:pt x="408337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</p:grpSp>
      <p:grpSp>
        <p:nvGrpSpPr>
          <p:cNvPr id="36" name="Gruppieren 65">
            <a:extLst>
              <a:ext uri="{FF2B5EF4-FFF2-40B4-BE49-F238E27FC236}">
                <a16:creationId xmlns:a16="http://schemas.microsoft.com/office/drawing/2014/main" id="{BBB84FA5-9CEB-4CB8-B663-7CC43A718D15}"/>
              </a:ext>
            </a:extLst>
          </p:cNvPr>
          <p:cNvGrpSpPr>
            <a:grpSpLocks/>
          </p:cNvGrpSpPr>
          <p:nvPr/>
        </p:nvGrpSpPr>
        <p:grpSpPr>
          <a:xfrm>
            <a:off x="4378843" y="1964157"/>
            <a:ext cx="1342666" cy="2332812"/>
            <a:chOff x="4101317" y="1795372"/>
            <a:chExt cx="1104678" cy="2332812"/>
          </a:xfrm>
        </p:grpSpPr>
        <p:sp>
          <p:nvSpPr>
            <p:cNvPr id="37" name="Freihandform: Form 22">
              <a:extLst>
                <a:ext uri="{FF2B5EF4-FFF2-40B4-BE49-F238E27FC236}">
                  <a16:creationId xmlns:a16="http://schemas.microsoft.com/office/drawing/2014/main" id="{C138335D-DCBE-1480-4A63-3B0EF693386A}"/>
                </a:ext>
              </a:extLst>
            </p:cNvPr>
            <p:cNvSpPr>
              <a:spLocks/>
            </p:cNvSpPr>
            <p:nvPr/>
          </p:nvSpPr>
          <p:spPr>
            <a:xfrm rot="16200000">
              <a:off x="3554279" y="2475088"/>
              <a:ext cx="2331432" cy="972000"/>
            </a:xfrm>
            <a:custGeom>
              <a:avLst/>
              <a:gdLst>
                <a:gd name="connsiteX0" fmla="*/ 481013 w 481012"/>
                <a:gd name="connsiteY0" fmla="*/ 0 h 85439"/>
                <a:gd name="connsiteX1" fmla="*/ 449390 w 481012"/>
                <a:gd name="connsiteY1" fmla="*/ 75629 h 85439"/>
                <a:gd name="connsiteX2" fmla="*/ 240506 w 481012"/>
                <a:gd name="connsiteY2" fmla="*/ 85439 h 85439"/>
                <a:gd name="connsiteX3" fmla="*/ 31623 w 481012"/>
                <a:gd name="connsiteY3" fmla="*/ 75629 h 85439"/>
                <a:gd name="connsiteX4" fmla="*/ 31718 w 481012"/>
                <a:gd name="connsiteY4" fmla="*/ 75629 h 85439"/>
                <a:gd name="connsiteX5" fmla="*/ 0 w 481012"/>
                <a:gd name="connsiteY5" fmla="*/ 0 h 85439"/>
                <a:gd name="connsiteX6" fmla="*/ 240506 w 481012"/>
                <a:gd name="connsiteY6" fmla="*/ 10668 h 85439"/>
                <a:gd name="connsiteX7" fmla="*/ 481013 w 481012"/>
                <a:gd name="connsiteY7" fmla="*/ 0 h 8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1012" h="85439">
                  <a:moveTo>
                    <a:pt x="481013" y="0"/>
                  </a:moveTo>
                  <a:lnTo>
                    <a:pt x="449390" y="75629"/>
                  </a:lnTo>
                  <a:cubicBezTo>
                    <a:pt x="449390" y="81058"/>
                    <a:pt x="355854" y="85439"/>
                    <a:pt x="240506" y="85439"/>
                  </a:cubicBezTo>
                  <a:cubicBezTo>
                    <a:pt x="125159" y="85439"/>
                    <a:pt x="31623" y="81058"/>
                    <a:pt x="31623" y="75629"/>
                  </a:cubicBezTo>
                  <a:lnTo>
                    <a:pt x="31718" y="75629"/>
                  </a:lnTo>
                  <a:lnTo>
                    <a:pt x="0" y="0"/>
                  </a:lnTo>
                  <a:cubicBezTo>
                    <a:pt x="6477" y="5906"/>
                    <a:pt x="111728" y="10668"/>
                    <a:pt x="240506" y="10668"/>
                  </a:cubicBezTo>
                  <a:cubicBezTo>
                    <a:pt x="369284" y="10668"/>
                    <a:pt x="474536" y="5906"/>
                    <a:pt x="481013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  <p:sp>
          <p:nvSpPr>
            <p:cNvPr id="38" name="Freihandform: Form 23">
              <a:extLst>
                <a:ext uri="{FF2B5EF4-FFF2-40B4-BE49-F238E27FC236}">
                  <a16:creationId xmlns:a16="http://schemas.microsoft.com/office/drawing/2014/main" id="{68860373-86A2-88E5-2CEA-35469D3CCD68}"/>
                </a:ext>
              </a:extLst>
            </p:cNvPr>
            <p:cNvSpPr>
              <a:spLocks/>
            </p:cNvSpPr>
            <p:nvPr/>
          </p:nvSpPr>
          <p:spPr>
            <a:xfrm rot="16200000">
              <a:off x="3064874" y="2833196"/>
              <a:ext cx="2331431" cy="258545"/>
            </a:xfrm>
            <a:custGeom>
              <a:avLst/>
              <a:gdLst>
                <a:gd name="connsiteX0" fmla="*/ 481584 w 481584"/>
                <a:gd name="connsiteY0" fmla="*/ 11239 h 22478"/>
                <a:gd name="connsiteX1" fmla="*/ 481298 w 481584"/>
                <a:gd name="connsiteY1" fmla="*/ 11811 h 22478"/>
                <a:gd name="connsiteX2" fmla="*/ 240792 w 481584"/>
                <a:gd name="connsiteY2" fmla="*/ 22479 h 22478"/>
                <a:gd name="connsiteX3" fmla="*/ 286 w 481584"/>
                <a:gd name="connsiteY3" fmla="*/ 11811 h 22478"/>
                <a:gd name="connsiteX4" fmla="*/ 0 w 481584"/>
                <a:gd name="connsiteY4" fmla="*/ 11239 h 22478"/>
                <a:gd name="connsiteX5" fmla="*/ 240792 w 481584"/>
                <a:gd name="connsiteY5" fmla="*/ 0 h 22478"/>
                <a:gd name="connsiteX6" fmla="*/ 481584 w 481584"/>
                <a:gd name="connsiteY6" fmla="*/ 11239 h 22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1584" h="22478">
                  <a:moveTo>
                    <a:pt x="481584" y="11239"/>
                  </a:moveTo>
                  <a:cubicBezTo>
                    <a:pt x="481584" y="11239"/>
                    <a:pt x="481489" y="11621"/>
                    <a:pt x="481298" y="11811"/>
                  </a:cubicBezTo>
                  <a:cubicBezTo>
                    <a:pt x="474821" y="17717"/>
                    <a:pt x="369570" y="22479"/>
                    <a:pt x="240792" y="22479"/>
                  </a:cubicBezTo>
                  <a:cubicBezTo>
                    <a:pt x="112014" y="22479"/>
                    <a:pt x="6763" y="17717"/>
                    <a:pt x="286" y="11811"/>
                  </a:cubicBezTo>
                  <a:cubicBezTo>
                    <a:pt x="95" y="11621"/>
                    <a:pt x="0" y="11430"/>
                    <a:pt x="0" y="11239"/>
                  </a:cubicBezTo>
                  <a:cubicBezTo>
                    <a:pt x="0" y="5048"/>
                    <a:pt x="107823" y="0"/>
                    <a:pt x="240792" y="0"/>
                  </a:cubicBezTo>
                  <a:cubicBezTo>
                    <a:pt x="373761" y="0"/>
                    <a:pt x="481584" y="5048"/>
                    <a:pt x="481584" y="11239"/>
                  </a:cubicBezTo>
                  <a:close/>
                </a:path>
              </a:pathLst>
            </a:custGeom>
            <a:solidFill>
              <a:schemeClr val="bg2">
                <a:lumMod val="90000"/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</p:grpSp>
      <p:grpSp>
        <p:nvGrpSpPr>
          <p:cNvPr id="39" name="Gruppieren 64">
            <a:extLst>
              <a:ext uri="{FF2B5EF4-FFF2-40B4-BE49-F238E27FC236}">
                <a16:creationId xmlns:a16="http://schemas.microsoft.com/office/drawing/2014/main" id="{B901E8AA-2FDD-6164-5C24-D0F76B759936}"/>
              </a:ext>
            </a:extLst>
          </p:cNvPr>
          <p:cNvGrpSpPr>
            <a:grpSpLocks/>
          </p:cNvGrpSpPr>
          <p:nvPr/>
        </p:nvGrpSpPr>
        <p:grpSpPr>
          <a:xfrm>
            <a:off x="3146253" y="1746042"/>
            <a:ext cx="1346525" cy="2768784"/>
            <a:chOff x="3001573" y="1577257"/>
            <a:chExt cx="1107853" cy="2768784"/>
          </a:xfrm>
        </p:grpSpPr>
        <p:sp>
          <p:nvSpPr>
            <p:cNvPr id="40" name="Freihandform: Form 25">
              <a:extLst>
                <a:ext uri="{FF2B5EF4-FFF2-40B4-BE49-F238E27FC236}">
                  <a16:creationId xmlns:a16="http://schemas.microsoft.com/office/drawing/2014/main" id="{564CA954-78FC-D8DE-F64C-E99E47188B51}"/>
                </a:ext>
              </a:extLst>
            </p:cNvPr>
            <p:cNvSpPr>
              <a:spLocks/>
            </p:cNvSpPr>
            <p:nvPr/>
          </p:nvSpPr>
          <p:spPr>
            <a:xfrm rot="16200000">
              <a:off x="2239853" y="2474830"/>
              <a:ext cx="2767145" cy="972000"/>
            </a:xfrm>
            <a:custGeom>
              <a:avLst/>
              <a:gdLst>
                <a:gd name="connsiteX0" fmla="*/ 481013 w 481012"/>
                <a:gd name="connsiteY0" fmla="*/ 0 h 85439"/>
                <a:gd name="connsiteX1" fmla="*/ 449390 w 481012"/>
                <a:gd name="connsiteY1" fmla="*/ 75629 h 85439"/>
                <a:gd name="connsiteX2" fmla="*/ 240506 w 481012"/>
                <a:gd name="connsiteY2" fmla="*/ 85439 h 85439"/>
                <a:gd name="connsiteX3" fmla="*/ 31623 w 481012"/>
                <a:gd name="connsiteY3" fmla="*/ 75629 h 85439"/>
                <a:gd name="connsiteX4" fmla="*/ 31718 w 481012"/>
                <a:gd name="connsiteY4" fmla="*/ 75629 h 85439"/>
                <a:gd name="connsiteX5" fmla="*/ 0 w 481012"/>
                <a:gd name="connsiteY5" fmla="*/ 0 h 85439"/>
                <a:gd name="connsiteX6" fmla="*/ 240506 w 481012"/>
                <a:gd name="connsiteY6" fmla="*/ 10668 h 85439"/>
                <a:gd name="connsiteX7" fmla="*/ 481013 w 481012"/>
                <a:gd name="connsiteY7" fmla="*/ 0 h 8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1012" h="85439">
                  <a:moveTo>
                    <a:pt x="481013" y="0"/>
                  </a:moveTo>
                  <a:lnTo>
                    <a:pt x="449390" y="75629"/>
                  </a:lnTo>
                  <a:cubicBezTo>
                    <a:pt x="449390" y="81058"/>
                    <a:pt x="355854" y="85439"/>
                    <a:pt x="240506" y="85439"/>
                  </a:cubicBezTo>
                  <a:cubicBezTo>
                    <a:pt x="125159" y="85439"/>
                    <a:pt x="31623" y="81058"/>
                    <a:pt x="31623" y="75629"/>
                  </a:cubicBezTo>
                  <a:lnTo>
                    <a:pt x="31718" y="75629"/>
                  </a:lnTo>
                  <a:lnTo>
                    <a:pt x="0" y="0"/>
                  </a:lnTo>
                  <a:cubicBezTo>
                    <a:pt x="6477" y="5906"/>
                    <a:pt x="111728" y="10668"/>
                    <a:pt x="240506" y="10668"/>
                  </a:cubicBezTo>
                  <a:cubicBezTo>
                    <a:pt x="369284" y="10668"/>
                    <a:pt x="474536" y="5906"/>
                    <a:pt x="481013" y="0"/>
                  </a:cubicBezTo>
                  <a:close/>
                </a:path>
              </a:pathLst>
            </a:custGeom>
            <a:solidFill>
              <a:schemeClr val="bg2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454545"/>
                </a:solidFill>
              </a:endParaRPr>
            </a:p>
          </p:txBody>
        </p:sp>
        <p:sp>
          <p:nvSpPr>
            <p:cNvPr id="41" name="Freihandform: Form 26">
              <a:extLst>
                <a:ext uri="{FF2B5EF4-FFF2-40B4-BE49-F238E27FC236}">
                  <a16:creationId xmlns:a16="http://schemas.microsoft.com/office/drawing/2014/main" id="{B8007466-1AB8-1C66-034B-CBB98693E74D}"/>
                </a:ext>
              </a:extLst>
            </p:cNvPr>
            <p:cNvSpPr>
              <a:spLocks/>
            </p:cNvSpPr>
            <p:nvPr/>
          </p:nvSpPr>
          <p:spPr>
            <a:xfrm rot="16200000">
              <a:off x="1747274" y="2833196"/>
              <a:ext cx="2767144" cy="258545"/>
            </a:xfrm>
            <a:custGeom>
              <a:avLst/>
              <a:gdLst>
                <a:gd name="connsiteX0" fmla="*/ 481584 w 481584"/>
                <a:gd name="connsiteY0" fmla="*/ 11239 h 22478"/>
                <a:gd name="connsiteX1" fmla="*/ 481298 w 481584"/>
                <a:gd name="connsiteY1" fmla="*/ 11811 h 22478"/>
                <a:gd name="connsiteX2" fmla="*/ 240792 w 481584"/>
                <a:gd name="connsiteY2" fmla="*/ 22479 h 22478"/>
                <a:gd name="connsiteX3" fmla="*/ 286 w 481584"/>
                <a:gd name="connsiteY3" fmla="*/ 11811 h 22478"/>
                <a:gd name="connsiteX4" fmla="*/ 0 w 481584"/>
                <a:gd name="connsiteY4" fmla="*/ 11239 h 22478"/>
                <a:gd name="connsiteX5" fmla="*/ 240792 w 481584"/>
                <a:gd name="connsiteY5" fmla="*/ 0 h 22478"/>
                <a:gd name="connsiteX6" fmla="*/ 481584 w 481584"/>
                <a:gd name="connsiteY6" fmla="*/ 11239 h 22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1584" h="22478">
                  <a:moveTo>
                    <a:pt x="481584" y="11239"/>
                  </a:moveTo>
                  <a:cubicBezTo>
                    <a:pt x="481584" y="11239"/>
                    <a:pt x="481489" y="11621"/>
                    <a:pt x="481298" y="11811"/>
                  </a:cubicBezTo>
                  <a:cubicBezTo>
                    <a:pt x="474821" y="17717"/>
                    <a:pt x="369570" y="22479"/>
                    <a:pt x="240792" y="22479"/>
                  </a:cubicBezTo>
                  <a:cubicBezTo>
                    <a:pt x="112014" y="22479"/>
                    <a:pt x="6763" y="17717"/>
                    <a:pt x="286" y="11811"/>
                  </a:cubicBezTo>
                  <a:cubicBezTo>
                    <a:pt x="95" y="11621"/>
                    <a:pt x="0" y="11430"/>
                    <a:pt x="0" y="11239"/>
                  </a:cubicBezTo>
                  <a:cubicBezTo>
                    <a:pt x="0" y="5048"/>
                    <a:pt x="107823" y="0"/>
                    <a:pt x="240792" y="0"/>
                  </a:cubicBezTo>
                  <a:cubicBezTo>
                    <a:pt x="373761" y="0"/>
                    <a:pt x="481584" y="5048"/>
                    <a:pt x="481584" y="11239"/>
                  </a:cubicBezTo>
                  <a:close/>
                </a:path>
              </a:pathLst>
            </a:custGeom>
            <a:solidFill>
              <a:schemeClr val="bg2">
                <a:alpha val="49804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454545"/>
                </a:solidFill>
              </a:endParaRPr>
            </a:p>
          </p:txBody>
        </p:sp>
      </p:grpSp>
      <p:grpSp>
        <p:nvGrpSpPr>
          <p:cNvPr id="42" name="Gruppieren 63">
            <a:extLst>
              <a:ext uri="{FF2B5EF4-FFF2-40B4-BE49-F238E27FC236}">
                <a16:creationId xmlns:a16="http://schemas.microsoft.com/office/drawing/2014/main" id="{4F884038-CF6C-AA5A-169F-14AB73061C9E}"/>
              </a:ext>
            </a:extLst>
          </p:cNvPr>
          <p:cNvGrpSpPr>
            <a:grpSpLocks/>
          </p:cNvGrpSpPr>
          <p:nvPr/>
        </p:nvGrpSpPr>
        <p:grpSpPr>
          <a:xfrm>
            <a:off x="1915594" y="1527687"/>
            <a:ext cx="1346525" cy="3207134"/>
            <a:chOff x="1905002" y="1358902"/>
            <a:chExt cx="1107853" cy="3207134"/>
          </a:xfrm>
        </p:grpSpPr>
        <p:sp>
          <p:nvSpPr>
            <p:cNvPr id="43" name="Freihandform: Form 28">
              <a:extLst>
                <a:ext uri="{FF2B5EF4-FFF2-40B4-BE49-F238E27FC236}">
                  <a16:creationId xmlns:a16="http://schemas.microsoft.com/office/drawing/2014/main" id="{5B5C55BB-454D-B39E-3306-BE259B20B6C1}"/>
                </a:ext>
              </a:extLst>
            </p:cNvPr>
            <p:cNvSpPr>
              <a:spLocks/>
            </p:cNvSpPr>
            <p:nvPr/>
          </p:nvSpPr>
          <p:spPr>
            <a:xfrm rot="16200000">
              <a:off x="924855" y="2476137"/>
              <a:ext cx="3204000" cy="972000"/>
            </a:xfrm>
            <a:custGeom>
              <a:avLst/>
              <a:gdLst>
                <a:gd name="connsiteX0" fmla="*/ 481013 w 481012"/>
                <a:gd name="connsiteY0" fmla="*/ 0 h 85439"/>
                <a:gd name="connsiteX1" fmla="*/ 449390 w 481012"/>
                <a:gd name="connsiteY1" fmla="*/ 75629 h 85439"/>
                <a:gd name="connsiteX2" fmla="*/ 240506 w 481012"/>
                <a:gd name="connsiteY2" fmla="*/ 85439 h 85439"/>
                <a:gd name="connsiteX3" fmla="*/ 31623 w 481012"/>
                <a:gd name="connsiteY3" fmla="*/ 75629 h 85439"/>
                <a:gd name="connsiteX4" fmla="*/ 31718 w 481012"/>
                <a:gd name="connsiteY4" fmla="*/ 75629 h 85439"/>
                <a:gd name="connsiteX5" fmla="*/ 0 w 481012"/>
                <a:gd name="connsiteY5" fmla="*/ 0 h 85439"/>
                <a:gd name="connsiteX6" fmla="*/ 240506 w 481012"/>
                <a:gd name="connsiteY6" fmla="*/ 10668 h 85439"/>
                <a:gd name="connsiteX7" fmla="*/ 481013 w 481012"/>
                <a:gd name="connsiteY7" fmla="*/ 0 h 8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1012" h="85439">
                  <a:moveTo>
                    <a:pt x="481013" y="0"/>
                  </a:moveTo>
                  <a:lnTo>
                    <a:pt x="449390" y="75629"/>
                  </a:lnTo>
                  <a:cubicBezTo>
                    <a:pt x="449390" y="81058"/>
                    <a:pt x="355854" y="85439"/>
                    <a:pt x="240506" y="85439"/>
                  </a:cubicBezTo>
                  <a:cubicBezTo>
                    <a:pt x="125159" y="85439"/>
                    <a:pt x="31623" y="81058"/>
                    <a:pt x="31623" y="75629"/>
                  </a:cubicBezTo>
                  <a:lnTo>
                    <a:pt x="31718" y="75629"/>
                  </a:lnTo>
                  <a:lnTo>
                    <a:pt x="0" y="0"/>
                  </a:lnTo>
                  <a:cubicBezTo>
                    <a:pt x="6477" y="5906"/>
                    <a:pt x="111728" y="10668"/>
                    <a:pt x="240506" y="10668"/>
                  </a:cubicBezTo>
                  <a:cubicBezTo>
                    <a:pt x="369284" y="10668"/>
                    <a:pt x="474536" y="5906"/>
                    <a:pt x="481013" y="0"/>
                  </a:cubicBezTo>
                  <a:close/>
                </a:path>
              </a:pathLst>
            </a:custGeom>
            <a:solidFill>
              <a:schemeClr val="bg2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rgbClr val="454545"/>
                </a:solidFill>
              </a:endParaRPr>
            </a:p>
          </p:txBody>
        </p:sp>
        <p:sp>
          <p:nvSpPr>
            <p:cNvPr id="45" name="Freihandform: Form 29">
              <a:extLst>
                <a:ext uri="{FF2B5EF4-FFF2-40B4-BE49-F238E27FC236}">
                  <a16:creationId xmlns:a16="http://schemas.microsoft.com/office/drawing/2014/main" id="{B9911518-357C-F23B-C808-FE6A9C37F70B}"/>
                </a:ext>
              </a:extLst>
            </p:cNvPr>
            <p:cNvSpPr>
              <a:spLocks/>
            </p:cNvSpPr>
            <p:nvPr/>
          </p:nvSpPr>
          <p:spPr>
            <a:xfrm rot="16200000">
              <a:off x="430708" y="2833196"/>
              <a:ext cx="3207134" cy="258545"/>
            </a:xfrm>
            <a:custGeom>
              <a:avLst/>
              <a:gdLst>
                <a:gd name="connsiteX0" fmla="*/ 481584 w 481584"/>
                <a:gd name="connsiteY0" fmla="*/ 11239 h 22478"/>
                <a:gd name="connsiteX1" fmla="*/ 481298 w 481584"/>
                <a:gd name="connsiteY1" fmla="*/ 11811 h 22478"/>
                <a:gd name="connsiteX2" fmla="*/ 240792 w 481584"/>
                <a:gd name="connsiteY2" fmla="*/ 22479 h 22478"/>
                <a:gd name="connsiteX3" fmla="*/ 286 w 481584"/>
                <a:gd name="connsiteY3" fmla="*/ 11811 h 22478"/>
                <a:gd name="connsiteX4" fmla="*/ 0 w 481584"/>
                <a:gd name="connsiteY4" fmla="*/ 11239 h 22478"/>
                <a:gd name="connsiteX5" fmla="*/ 240792 w 481584"/>
                <a:gd name="connsiteY5" fmla="*/ 0 h 22478"/>
                <a:gd name="connsiteX6" fmla="*/ 481584 w 481584"/>
                <a:gd name="connsiteY6" fmla="*/ 11239 h 22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1584" h="22478">
                  <a:moveTo>
                    <a:pt x="481584" y="11239"/>
                  </a:moveTo>
                  <a:cubicBezTo>
                    <a:pt x="481584" y="11239"/>
                    <a:pt x="481489" y="11621"/>
                    <a:pt x="481298" y="11811"/>
                  </a:cubicBezTo>
                  <a:cubicBezTo>
                    <a:pt x="474821" y="17717"/>
                    <a:pt x="369570" y="22479"/>
                    <a:pt x="240792" y="22479"/>
                  </a:cubicBezTo>
                  <a:cubicBezTo>
                    <a:pt x="112014" y="22479"/>
                    <a:pt x="6763" y="17717"/>
                    <a:pt x="286" y="11811"/>
                  </a:cubicBezTo>
                  <a:cubicBezTo>
                    <a:pt x="95" y="11621"/>
                    <a:pt x="0" y="11430"/>
                    <a:pt x="0" y="11239"/>
                  </a:cubicBezTo>
                  <a:cubicBezTo>
                    <a:pt x="0" y="5048"/>
                    <a:pt x="107823" y="0"/>
                    <a:pt x="240792" y="0"/>
                  </a:cubicBezTo>
                  <a:cubicBezTo>
                    <a:pt x="373761" y="0"/>
                    <a:pt x="481584" y="5048"/>
                    <a:pt x="481584" y="11239"/>
                  </a:cubicBezTo>
                  <a:close/>
                </a:path>
              </a:pathLst>
            </a:custGeom>
            <a:solidFill>
              <a:schemeClr val="bg2">
                <a:alpha val="49804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</p:grpSp>
      <p:sp>
        <p:nvSpPr>
          <p:cNvPr id="46" name="Textfeld 114">
            <a:extLst>
              <a:ext uri="{FF2B5EF4-FFF2-40B4-BE49-F238E27FC236}">
                <a16:creationId xmlns:a16="http://schemas.microsoft.com/office/drawing/2014/main" id="{E3CC1D15-FE3B-138A-BF49-9283CEE45771}"/>
              </a:ext>
            </a:extLst>
          </p:cNvPr>
          <p:cNvSpPr txBox="1">
            <a:spLocks/>
          </p:cNvSpPr>
          <p:nvPr/>
        </p:nvSpPr>
        <p:spPr>
          <a:xfrm>
            <a:off x="9483437" y="3023531"/>
            <a:ext cx="1095958" cy="215444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buClr>
                <a:srgbClr val="454545"/>
              </a:buClr>
              <a:tabLst>
                <a:tab pos="1079500" algn="l"/>
              </a:tabLst>
            </a:pPr>
            <a:r>
              <a:rPr lang="en-US" sz="2000" b="1">
                <a:solidFill>
                  <a:schemeClr val="bg1"/>
                </a:solidFill>
                <a:cs typeface="Helvetica" panose="020B0604020202020204" pitchFamily="34" charset="0"/>
              </a:rPr>
              <a:t>07</a:t>
            </a:r>
          </a:p>
        </p:txBody>
      </p:sp>
      <p:sp>
        <p:nvSpPr>
          <p:cNvPr id="47" name="Textfeld 114">
            <a:extLst>
              <a:ext uri="{FF2B5EF4-FFF2-40B4-BE49-F238E27FC236}">
                <a16:creationId xmlns:a16="http://schemas.microsoft.com/office/drawing/2014/main" id="{91BF6F1C-0819-FF78-FAD0-FF3586D2DE91}"/>
              </a:ext>
            </a:extLst>
          </p:cNvPr>
          <p:cNvSpPr txBox="1">
            <a:spLocks/>
          </p:cNvSpPr>
          <p:nvPr/>
        </p:nvSpPr>
        <p:spPr>
          <a:xfrm>
            <a:off x="8294863" y="3023531"/>
            <a:ext cx="1088241" cy="215444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buClr>
                <a:srgbClr val="454545"/>
              </a:buClr>
              <a:tabLst>
                <a:tab pos="1079500" algn="l"/>
              </a:tabLst>
            </a:pPr>
            <a:r>
              <a:rPr lang="en-US" sz="2000" b="1">
                <a:solidFill>
                  <a:schemeClr val="bg1"/>
                </a:solidFill>
                <a:cs typeface="Helvetica" panose="020B0604020202020204" pitchFamily="34" charset="0"/>
              </a:rPr>
              <a:t>06</a:t>
            </a:r>
          </a:p>
        </p:txBody>
      </p:sp>
      <p:sp>
        <p:nvSpPr>
          <p:cNvPr id="48" name="Textfeld 114">
            <a:extLst>
              <a:ext uri="{FF2B5EF4-FFF2-40B4-BE49-F238E27FC236}">
                <a16:creationId xmlns:a16="http://schemas.microsoft.com/office/drawing/2014/main" id="{5A5DBEEA-E090-7AC4-CC48-3B91A7282964}"/>
              </a:ext>
            </a:extLst>
          </p:cNvPr>
          <p:cNvSpPr txBox="1">
            <a:spLocks/>
          </p:cNvSpPr>
          <p:nvPr/>
        </p:nvSpPr>
        <p:spPr>
          <a:xfrm>
            <a:off x="7098568" y="3023531"/>
            <a:ext cx="1065086" cy="215444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buClr>
                <a:srgbClr val="454545"/>
              </a:buClr>
              <a:tabLst>
                <a:tab pos="1079500" algn="l"/>
              </a:tabLst>
            </a:pPr>
            <a:r>
              <a:rPr lang="en-US" sz="2000" b="1">
                <a:solidFill>
                  <a:schemeClr val="bg1"/>
                </a:solidFill>
                <a:cs typeface="Helvetica" panose="020B0604020202020204" pitchFamily="34" charset="0"/>
              </a:rPr>
              <a:t>05</a:t>
            </a:r>
          </a:p>
        </p:txBody>
      </p:sp>
      <p:sp>
        <p:nvSpPr>
          <p:cNvPr id="49" name="Textfeld 114">
            <a:extLst>
              <a:ext uri="{FF2B5EF4-FFF2-40B4-BE49-F238E27FC236}">
                <a16:creationId xmlns:a16="http://schemas.microsoft.com/office/drawing/2014/main" id="{29E8A236-C099-F780-F91E-8CF72DBFD5F0}"/>
              </a:ext>
            </a:extLst>
          </p:cNvPr>
          <p:cNvSpPr txBox="1">
            <a:spLocks/>
          </p:cNvSpPr>
          <p:nvPr/>
        </p:nvSpPr>
        <p:spPr>
          <a:xfrm>
            <a:off x="5879122" y="3023531"/>
            <a:ext cx="1057368" cy="215444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buClr>
                <a:srgbClr val="454545"/>
              </a:buClr>
              <a:tabLst>
                <a:tab pos="1079500" algn="l"/>
              </a:tabLst>
            </a:pPr>
            <a:r>
              <a:rPr lang="en-US" sz="2000" b="1">
                <a:cs typeface="Helvetica" panose="020B0604020202020204" pitchFamily="34" charset="0"/>
              </a:rPr>
              <a:t>04</a:t>
            </a:r>
          </a:p>
        </p:txBody>
      </p:sp>
      <p:sp>
        <p:nvSpPr>
          <p:cNvPr id="50" name="Textfeld 114">
            <a:extLst>
              <a:ext uri="{FF2B5EF4-FFF2-40B4-BE49-F238E27FC236}">
                <a16:creationId xmlns:a16="http://schemas.microsoft.com/office/drawing/2014/main" id="{8D068AA1-931D-E889-C669-E870EE04DCD8}"/>
              </a:ext>
            </a:extLst>
          </p:cNvPr>
          <p:cNvSpPr txBox="1">
            <a:spLocks/>
          </p:cNvSpPr>
          <p:nvPr/>
        </p:nvSpPr>
        <p:spPr>
          <a:xfrm>
            <a:off x="4682827" y="3023531"/>
            <a:ext cx="1057369" cy="215444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buClr>
                <a:srgbClr val="454545"/>
              </a:buClr>
              <a:tabLst>
                <a:tab pos="1079500" algn="l"/>
              </a:tabLst>
            </a:pPr>
            <a:r>
              <a:rPr lang="en-US" sz="2000" b="1">
                <a:cs typeface="Helvetica" panose="020B0604020202020204" pitchFamily="34" charset="0"/>
              </a:rPr>
              <a:t>03</a:t>
            </a:r>
          </a:p>
        </p:txBody>
      </p:sp>
      <p:sp>
        <p:nvSpPr>
          <p:cNvPr id="51" name="Textfeld 114">
            <a:extLst>
              <a:ext uri="{FF2B5EF4-FFF2-40B4-BE49-F238E27FC236}">
                <a16:creationId xmlns:a16="http://schemas.microsoft.com/office/drawing/2014/main" id="{F21ADDAF-CE0F-7648-0BC8-96C6575B3EF1}"/>
              </a:ext>
            </a:extLst>
          </p:cNvPr>
          <p:cNvSpPr txBox="1">
            <a:spLocks/>
          </p:cNvSpPr>
          <p:nvPr/>
        </p:nvSpPr>
        <p:spPr>
          <a:xfrm>
            <a:off x="3471100" y="3023531"/>
            <a:ext cx="1008979" cy="215444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buClr>
                <a:srgbClr val="454545"/>
              </a:buClr>
              <a:tabLst>
                <a:tab pos="1079500" algn="l"/>
              </a:tabLst>
            </a:pPr>
            <a:r>
              <a:rPr lang="en-US" sz="2000" b="1">
                <a:cs typeface="Helvetica" panose="020B0604020202020204" pitchFamily="34" charset="0"/>
              </a:rPr>
              <a:t>02</a:t>
            </a:r>
          </a:p>
        </p:txBody>
      </p:sp>
      <p:sp>
        <p:nvSpPr>
          <p:cNvPr id="52" name="Textfeld 114">
            <a:extLst>
              <a:ext uri="{FF2B5EF4-FFF2-40B4-BE49-F238E27FC236}">
                <a16:creationId xmlns:a16="http://schemas.microsoft.com/office/drawing/2014/main" id="{1EB50F20-0631-2466-2744-2A1A38D82672}"/>
              </a:ext>
            </a:extLst>
          </p:cNvPr>
          <p:cNvSpPr txBox="1">
            <a:spLocks/>
          </p:cNvSpPr>
          <p:nvPr/>
        </p:nvSpPr>
        <p:spPr>
          <a:xfrm>
            <a:off x="2236215" y="3023531"/>
            <a:ext cx="1018780" cy="215444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buClr>
                <a:srgbClr val="454545"/>
              </a:buClr>
              <a:tabLst>
                <a:tab pos="1079500" algn="l"/>
              </a:tabLst>
            </a:pPr>
            <a:r>
              <a:rPr lang="en-US" sz="2000" b="1" dirty="0">
                <a:cs typeface="Helvetica" panose="020B0604020202020204" pitchFamily="34" charset="0"/>
              </a:rPr>
              <a:t>01</a:t>
            </a:r>
          </a:p>
        </p:txBody>
      </p:sp>
      <p:sp>
        <p:nvSpPr>
          <p:cNvPr id="53" name="Textfeld 114">
            <a:extLst>
              <a:ext uri="{FF2B5EF4-FFF2-40B4-BE49-F238E27FC236}">
                <a16:creationId xmlns:a16="http://schemas.microsoft.com/office/drawing/2014/main" id="{6E96110B-F883-2F34-8C66-B7C9F86221FA}"/>
              </a:ext>
            </a:extLst>
          </p:cNvPr>
          <p:cNvSpPr txBox="1">
            <a:spLocks/>
          </p:cNvSpPr>
          <p:nvPr/>
        </p:nvSpPr>
        <p:spPr>
          <a:xfrm>
            <a:off x="10712532" y="3023531"/>
            <a:ext cx="1099819" cy="215444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buClr>
                <a:srgbClr val="454545"/>
              </a:buClr>
              <a:tabLst>
                <a:tab pos="1079500" algn="l"/>
              </a:tabLst>
            </a:pPr>
            <a:r>
              <a:rPr lang="en-US" sz="2000" b="1">
                <a:solidFill>
                  <a:schemeClr val="bg1"/>
                </a:solidFill>
                <a:cs typeface="Helvetica" panose="020B0604020202020204" pitchFamily="34" charset="0"/>
              </a:rPr>
              <a:t>08</a:t>
            </a:r>
          </a:p>
        </p:txBody>
      </p:sp>
      <p:sp>
        <p:nvSpPr>
          <p:cNvPr id="54" name="Textplatzhalter 9">
            <a:extLst>
              <a:ext uri="{FF2B5EF4-FFF2-40B4-BE49-F238E27FC236}">
                <a16:creationId xmlns:a16="http://schemas.microsoft.com/office/drawing/2014/main" id="{645E7596-9C45-941E-5C8A-9E4C7967F88E}"/>
              </a:ext>
            </a:extLst>
          </p:cNvPr>
          <p:cNvSpPr txBox="1">
            <a:spLocks/>
          </p:cNvSpPr>
          <p:nvPr/>
        </p:nvSpPr>
        <p:spPr bwMode="gray">
          <a:xfrm>
            <a:off x="402658" y="2738839"/>
            <a:ext cx="1292529" cy="78483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800" dirty="0"/>
              <a:t>Insert your desired text here</a:t>
            </a:r>
          </a:p>
        </p:txBody>
      </p:sp>
      <p:sp>
        <p:nvSpPr>
          <p:cNvPr id="55" name="Gleichschenkliges Dreieck 39">
            <a:extLst>
              <a:ext uri="{FF2B5EF4-FFF2-40B4-BE49-F238E27FC236}">
                <a16:creationId xmlns:a16="http://schemas.microsoft.com/office/drawing/2014/main" id="{69C57AB1-39C5-10F1-ED10-E54931A538E3}"/>
              </a:ext>
            </a:extLst>
          </p:cNvPr>
          <p:cNvSpPr>
            <a:spLocks/>
          </p:cNvSpPr>
          <p:nvPr/>
        </p:nvSpPr>
        <p:spPr>
          <a:xfrm rot="5400000">
            <a:off x="1803692" y="3071101"/>
            <a:ext cx="240570" cy="120313"/>
          </a:xfrm>
          <a:custGeom>
            <a:avLst/>
            <a:gdLst>
              <a:gd name="connsiteX0" fmla="*/ 0 w 303379"/>
              <a:gd name="connsiteY0" fmla="*/ 159723 h 159723"/>
              <a:gd name="connsiteX1" fmla="*/ 151690 w 303379"/>
              <a:gd name="connsiteY1" fmla="*/ 0 h 159723"/>
              <a:gd name="connsiteX2" fmla="*/ 303379 w 303379"/>
              <a:gd name="connsiteY2" fmla="*/ 159723 h 159723"/>
              <a:gd name="connsiteX3" fmla="*/ 0 w 303379"/>
              <a:gd name="connsiteY3" fmla="*/ 159723 h 159723"/>
              <a:gd name="connsiteX0" fmla="*/ 0 w 303379"/>
              <a:gd name="connsiteY0" fmla="*/ 159723 h 251163"/>
              <a:gd name="connsiteX1" fmla="*/ 151690 w 303379"/>
              <a:gd name="connsiteY1" fmla="*/ 0 h 251163"/>
              <a:gd name="connsiteX2" fmla="*/ 303379 w 303379"/>
              <a:gd name="connsiteY2" fmla="*/ 159723 h 251163"/>
              <a:gd name="connsiteX3" fmla="*/ 91440 w 303379"/>
              <a:gd name="connsiteY3" fmla="*/ 251163 h 251163"/>
              <a:gd name="connsiteX0" fmla="*/ 0 w 303379"/>
              <a:gd name="connsiteY0" fmla="*/ 159723 h 159723"/>
              <a:gd name="connsiteX1" fmla="*/ 151690 w 303379"/>
              <a:gd name="connsiteY1" fmla="*/ 0 h 159723"/>
              <a:gd name="connsiteX2" fmla="*/ 303379 w 303379"/>
              <a:gd name="connsiteY2" fmla="*/ 159723 h 15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3379" h="159723">
                <a:moveTo>
                  <a:pt x="0" y="159723"/>
                </a:moveTo>
                <a:lnTo>
                  <a:pt x="151690" y="0"/>
                </a:lnTo>
                <a:lnTo>
                  <a:pt x="303379" y="159723"/>
                </a:lnTo>
              </a:path>
            </a:pathLst>
          </a:custGeom>
          <a:noFill/>
          <a:ln w="38100" cap="sq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454545"/>
              </a:solidFill>
            </a:endParaRPr>
          </a:p>
        </p:txBody>
      </p:sp>
      <p:sp>
        <p:nvSpPr>
          <p:cNvPr id="58" name="Text Placeholder 15">
            <a:extLst>
              <a:ext uri="{FF2B5EF4-FFF2-40B4-BE49-F238E27FC236}">
                <a16:creationId xmlns:a16="http://schemas.microsoft.com/office/drawing/2014/main" id="{4B9F3F53-7565-9B46-3B79-D8B9F7671245}"/>
              </a:ext>
            </a:extLst>
          </p:cNvPr>
          <p:cNvSpPr/>
          <p:nvPr/>
        </p:nvSpPr>
        <p:spPr>
          <a:xfrm>
            <a:off x="407988" y="6275487"/>
            <a:ext cx="942566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Bef>
                <a:spcPct val="10000"/>
              </a:spcBef>
              <a:spcAft>
                <a:spcPts val="110"/>
              </a:spcAft>
            </a:pPr>
            <a:r>
              <a:rPr lang="en-US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funnels</a:t>
            </a:r>
          </a:p>
        </p:txBody>
      </p:sp>
      <p:pic>
        <p:nvPicPr>
          <p:cNvPr id="8" name="Grafik 7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34AEF8AC-C4F9-D709-E32E-FF8BAE06D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71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Organigram, clustered I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CF28D6EA-80EF-CDDC-D77B-49B5145C2691}"/>
              </a:ext>
            </a:extLst>
          </p:cNvPr>
          <p:cNvSpPr txBox="1">
            <a:spLocks/>
          </p:cNvSpPr>
          <p:nvPr/>
        </p:nvSpPr>
        <p:spPr bwMode="gray">
          <a:xfrm>
            <a:off x="407987" y="2828454"/>
            <a:ext cx="2544763" cy="600546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>
                <a:solidFill>
                  <a:schemeClr val="tx1"/>
                </a:solidFill>
                <a:latin typeface="+mn-lt"/>
              </a:rPr>
              <a:t>Name</a:t>
            </a:r>
          </a:p>
        </p:txBody>
      </p:sp>
      <p:cxnSp>
        <p:nvCxnSpPr>
          <p:cNvPr id="3" name="Gewinkelte Verbindung 76">
            <a:extLst>
              <a:ext uri="{FF2B5EF4-FFF2-40B4-BE49-F238E27FC236}">
                <a16:creationId xmlns:a16="http://schemas.microsoft.com/office/drawing/2014/main" id="{F955C4A9-8F95-4A94-06B6-0DBC239B0348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 bwMode="gray">
          <a:xfrm rot="5400000">
            <a:off x="1131198" y="3239289"/>
            <a:ext cx="359461" cy="738883"/>
          </a:xfrm>
          <a:prstGeom prst="bentConnector3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EB2630C2-CCF3-B241-9B39-2D0299D0B586}"/>
              </a:ext>
            </a:extLst>
          </p:cNvPr>
          <p:cNvSpPr txBox="1">
            <a:spLocks/>
          </p:cNvSpPr>
          <p:nvPr/>
        </p:nvSpPr>
        <p:spPr bwMode="gray">
          <a:xfrm>
            <a:off x="489184" y="4428427"/>
            <a:ext cx="985801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EF92F868-A29B-C9B6-9C31-A801CEF987FF}"/>
              </a:ext>
            </a:extLst>
          </p:cNvPr>
          <p:cNvSpPr txBox="1">
            <a:spLocks/>
          </p:cNvSpPr>
          <p:nvPr/>
        </p:nvSpPr>
        <p:spPr bwMode="gray">
          <a:xfrm>
            <a:off x="489184" y="5045538"/>
            <a:ext cx="985801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1F9CD781-3891-0807-BCFA-444912FEE85C}"/>
              </a:ext>
            </a:extLst>
          </p:cNvPr>
          <p:cNvSpPr txBox="1">
            <a:spLocks/>
          </p:cNvSpPr>
          <p:nvPr/>
        </p:nvSpPr>
        <p:spPr bwMode="gray">
          <a:xfrm>
            <a:off x="407987" y="3788461"/>
            <a:ext cx="1066998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cxnSp>
        <p:nvCxnSpPr>
          <p:cNvPr id="9" name="Gewinkelte Verbindung 92">
            <a:extLst>
              <a:ext uri="{FF2B5EF4-FFF2-40B4-BE49-F238E27FC236}">
                <a16:creationId xmlns:a16="http://schemas.microsoft.com/office/drawing/2014/main" id="{916E461B-D4CB-1681-0729-CE66C286E5D1}"/>
              </a:ext>
            </a:extLst>
          </p:cNvPr>
          <p:cNvCxnSpPr>
            <a:cxnSpLocks/>
            <a:stCxn id="4" idx="1"/>
          </p:cNvCxnSpPr>
          <p:nvPr/>
        </p:nvCxnSpPr>
        <p:spPr bwMode="gray">
          <a:xfrm rot="10800000">
            <a:off x="407989" y="4291124"/>
            <a:ext cx="81195" cy="388636"/>
          </a:xfrm>
          <a:prstGeom prst="bentConnector2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winkelte Verbindung 95">
            <a:extLst>
              <a:ext uri="{FF2B5EF4-FFF2-40B4-BE49-F238E27FC236}">
                <a16:creationId xmlns:a16="http://schemas.microsoft.com/office/drawing/2014/main" id="{2169B71D-6BE9-27E5-99FF-9CB2C30F78EE}"/>
              </a:ext>
            </a:extLst>
          </p:cNvPr>
          <p:cNvCxnSpPr>
            <a:cxnSpLocks/>
            <a:stCxn id="6" idx="1"/>
          </p:cNvCxnSpPr>
          <p:nvPr/>
        </p:nvCxnSpPr>
        <p:spPr bwMode="gray">
          <a:xfrm rot="10800000">
            <a:off x="407989" y="4291131"/>
            <a:ext cx="81195" cy="1005740"/>
          </a:xfrm>
          <a:prstGeom prst="bentConnector2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B25CEA9D-F7ED-C961-5938-1B8F5F8694D7}"/>
              </a:ext>
            </a:extLst>
          </p:cNvPr>
          <p:cNvSpPr txBox="1">
            <a:spLocks/>
          </p:cNvSpPr>
          <p:nvPr/>
        </p:nvSpPr>
        <p:spPr bwMode="gray">
          <a:xfrm>
            <a:off x="1967041" y="4428427"/>
            <a:ext cx="985801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98E8FA97-50E8-85CA-6BF1-05D5363BEC3B}"/>
              </a:ext>
            </a:extLst>
          </p:cNvPr>
          <p:cNvSpPr txBox="1">
            <a:spLocks/>
          </p:cNvSpPr>
          <p:nvPr/>
        </p:nvSpPr>
        <p:spPr bwMode="gray">
          <a:xfrm>
            <a:off x="1967041" y="5045538"/>
            <a:ext cx="985801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9672E0F0-CC34-224D-0D76-D613A13D4ABD}"/>
              </a:ext>
            </a:extLst>
          </p:cNvPr>
          <p:cNvSpPr txBox="1">
            <a:spLocks/>
          </p:cNvSpPr>
          <p:nvPr/>
        </p:nvSpPr>
        <p:spPr bwMode="gray">
          <a:xfrm>
            <a:off x="1885844" y="3788461"/>
            <a:ext cx="1066998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cxnSp>
        <p:nvCxnSpPr>
          <p:cNvPr id="15" name="Gewinkelte Verbindung 92">
            <a:extLst>
              <a:ext uri="{FF2B5EF4-FFF2-40B4-BE49-F238E27FC236}">
                <a16:creationId xmlns:a16="http://schemas.microsoft.com/office/drawing/2014/main" id="{86C4FC9E-9450-8880-426A-77C189E5B7DC}"/>
              </a:ext>
            </a:extLst>
          </p:cNvPr>
          <p:cNvCxnSpPr>
            <a:cxnSpLocks/>
            <a:stCxn id="12" idx="1"/>
          </p:cNvCxnSpPr>
          <p:nvPr/>
        </p:nvCxnSpPr>
        <p:spPr bwMode="gray">
          <a:xfrm rot="10800000">
            <a:off x="1885846" y="4291124"/>
            <a:ext cx="81195" cy="388636"/>
          </a:xfrm>
          <a:prstGeom prst="bentConnector2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winkelte Verbindung 95">
            <a:extLst>
              <a:ext uri="{FF2B5EF4-FFF2-40B4-BE49-F238E27FC236}">
                <a16:creationId xmlns:a16="http://schemas.microsoft.com/office/drawing/2014/main" id="{0F78949A-C04E-C982-EB9E-64E850E0E4E0}"/>
              </a:ext>
            </a:extLst>
          </p:cNvPr>
          <p:cNvCxnSpPr>
            <a:cxnSpLocks/>
            <a:stCxn id="13" idx="1"/>
          </p:cNvCxnSpPr>
          <p:nvPr/>
        </p:nvCxnSpPr>
        <p:spPr bwMode="gray">
          <a:xfrm rot="10800000">
            <a:off x="1885846" y="4291131"/>
            <a:ext cx="81195" cy="1005740"/>
          </a:xfrm>
          <a:prstGeom prst="bentConnector2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A0394AE7-977B-253C-0C0A-D59DE92FAD51}"/>
              </a:ext>
            </a:extLst>
          </p:cNvPr>
          <p:cNvSpPr txBox="1">
            <a:spLocks/>
          </p:cNvSpPr>
          <p:nvPr/>
        </p:nvSpPr>
        <p:spPr bwMode="gray">
          <a:xfrm>
            <a:off x="3444897" y="4428427"/>
            <a:ext cx="985801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12A6AE1C-AB85-563E-2429-75CCE8736680}"/>
              </a:ext>
            </a:extLst>
          </p:cNvPr>
          <p:cNvSpPr txBox="1">
            <a:spLocks/>
          </p:cNvSpPr>
          <p:nvPr/>
        </p:nvSpPr>
        <p:spPr bwMode="gray">
          <a:xfrm>
            <a:off x="3444897" y="5045538"/>
            <a:ext cx="985801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EDA48F5F-60B5-C84B-F7BA-C0D4A3955CA7}"/>
              </a:ext>
            </a:extLst>
          </p:cNvPr>
          <p:cNvSpPr txBox="1">
            <a:spLocks/>
          </p:cNvSpPr>
          <p:nvPr/>
        </p:nvSpPr>
        <p:spPr bwMode="gray">
          <a:xfrm>
            <a:off x="3363701" y="3788461"/>
            <a:ext cx="1066998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cxnSp>
        <p:nvCxnSpPr>
          <p:cNvPr id="20" name="Gewinkelte Verbindung 92">
            <a:extLst>
              <a:ext uri="{FF2B5EF4-FFF2-40B4-BE49-F238E27FC236}">
                <a16:creationId xmlns:a16="http://schemas.microsoft.com/office/drawing/2014/main" id="{10B46ECD-C7D4-EFF6-9435-2FA00A59B4F3}"/>
              </a:ext>
            </a:extLst>
          </p:cNvPr>
          <p:cNvCxnSpPr>
            <a:cxnSpLocks/>
            <a:stCxn id="17" idx="1"/>
          </p:cNvCxnSpPr>
          <p:nvPr/>
        </p:nvCxnSpPr>
        <p:spPr bwMode="gray">
          <a:xfrm rot="10800000">
            <a:off x="3363703" y="4291124"/>
            <a:ext cx="81195" cy="388636"/>
          </a:xfrm>
          <a:prstGeom prst="bentConnector2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winkelte Verbindung 95">
            <a:extLst>
              <a:ext uri="{FF2B5EF4-FFF2-40B4-BE49-F238E27FC236}">
                <a16:creationId xmlns:a16="http://schemas.microsoft.com/office/drawing/2014/main" id="{2CF648AF-562C-1AF1-8FA7-D14B2AE2A7F6}"/>
              </a:ext>
            </a:extLst>
          </p:cNvPr>
          <p:cNvCxnSpPr>
            <a:cxnSpLocks/>
            <a:stCxn id="18" idx="1"/>
          </p:cNvCxnSpPr>
          <p:nvPr/>
        </p:nvCxnSpPr>
        <p:spPr bwMode="gray">
          <a:xfrm rot="10800000">
            <a:off x="3363703" y="4291131"/>
            <a:ext cx="81195" cy="1005740"/>
          </a:xfrm>
          <a:prstGeom prst="bentConnector2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platzhalter 7">
            <a:extLst>
              <a:ext uri="{FF2B5EF4-FFF2-40B4-BE49-F238E27FC236}">
                <a16:creationId xmlns:a16="http://schemas.microsoft.com/office/drawing/2014/main" id="{7142B84F-214D-1A4B-DE66-23C9570ADF8A}"/>
              </a:ext>
            </a:extLst>
          </p:cNvPr>
          <p:cNvSpPr txBox="1">
            <a:spLocks/>
          </p:cNvSpPr>
          <p:nvPr/>
        </p:nvSpPr>
        <p:spPr bwMode="gray">
          <a:xfrm>
            <a:off x="4922754" y="4428427"/>
            <a:ext cx="985801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 dirty="0">
                <a:latin typeface="+mn-lt"/>
              </a:rPr>
              <a:t>Text</a:t>
            </a:r>
          </a:p>
        </p:txBody>
      </p:sp>
      <p:sp>
        <p:nvSpPr>
          <p:cNvPr id="23" name="Textplatzhalter 7">
            <a:extLst>
              <a:ext uri="{FF2B5EF4-FFF2-40B4-BE49-F238E27FC236}">
                <a16:creationId xmlns:a16="http://schemas.microsoft.com/office/drawing/2014/main" id="{14B23D35-4681-91D8-7A70-E8F8B85E25B0}"/>
              </a:ext>
            </a:extLst>
          </p:cNvPr>
          <p:cNvSpPr txBox="1">
            <a:spLocks/>
          </p:cNvSpPr>
          <p:nvPr/>
        </p:nvSpPr>
        <p:spPr bwMode="gray">
          <a:xfrm>
            <a:off x="4922754" y="5045538"/>
            <a:ext cx="985801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54C26B69-0B73-4BE8-A73E-8286FB5B742B}"/>
              </a:ext>
            </a:extLst>
          </p:cNvPr>
          <p:cNvSpPr txBox="1">
            <a:spLocks/>
          </p:cNvSpPr>
          <p:nvPr/>
        </p:nvSpPr>
        <p:spPr bwMode="gray">
          <a:xfrm>
            <a:off x="4841558" y="3788461"/>
            <a:ext cx="1066998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cxnSp>
        <p:nvCxnSpPr>
          <p:cNvPr id="25" name="Gewinkelte Verbindung 92">
            <a:extLst>
              <a:ext uri="{FF2B5EF4-FFF2-40B4-BE49-F238E27FC236}">
                <a16:creationId xmlns:a16="http://schemas.microsoft.com/office/drawing/2014/main" id="{925DCD1E-5F02-0693-B5AB-4AE063936F83}"/>
              </a:ext>
            </a:extLst>
          </p:cNvPr>
          <p:cNvCxnSpPr>
            <a:cxnSpLocks/>
            <a:stCxn id="22" idx="1"/>
          </p:cNvCxnSpPr>
          <p:nvPr/>
        </p:nvCxnSpPr>
        <p:spPr bwMode="gray">
          <a:xfrm rot="10800000">
            <a:off x="4841560" y="4291124"/>
            <a:ext cx="81195" cy="388636"/>
          </a:xfrm>
          <a:prstGeom prst="bentConnector2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winkelte Verbindung 95">
            <a:extLst>
              <a:ext uri="{FF2B5EF4-FFF2-40B4-BE49-F238E27FC236}">
                <a16:creationId xmlns:a16="http://schemas.microsoft.com/office/drawing/2014/main" id="{009D604A-998D-4998-504B-80414DFD4B65}"/>
              </a:ext>
            </a:extLst>
          </p:cNvPr>
          <p:cNvCxnSpPr>
            <a:cxnSpLocks/>
            <a:stCxn id="23" idx="1"/>
          </p:cNvCxnSpPr>
          <p:nvPr/>
        </p:nvCxnSpPr>
        <p:spPr bwMode="gray">
          <a:xfrm rot="10800000">
            <a:off x="4841560" y="4291131"/>
            <a:ext cx="81195" cy="1005740"/>
          </a:xfrm>
          <a:prstGeom prst="bentConnector2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platzhalter 7">
            <a:extLst>
              <a:ext uri="{FF2B5EF4-FFF2-40B4-BE49-F238E27FC236}">
                <a16:creationId xmlns:a16="http://schemas.microsoft.com/office/drawing/2014/main" id="{373A2196-85E0-176F-623A-21FE1391155B}"/>
              </a:ext>
            </a:extLst>
          </p:cNvPr>
          <p:cNvSpPr txBox="1">
            <a:spLocks/>
          </p:cNvSpPr>
          <p:nvPr/>
        </p:nvSpPr>
        <p:spPr bwMode="gray">
          <a:xfrm>
            <a:off x="6400612" y="4428427"/>
            <a:ext cx="985801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11F4DF21-6681-0582-5CAD-35401D4C12E9}"/>
              </a:ext>
            </a:extLst>
          </p:cNvPr>
          <p:cNvSpPr txBox="1">
            <a:spLocks/>
          </p:cNvSpPr>
          <p:nvPr/>
        </p:nvSpPr>
        <p:spPr bwMode="gray">
          <a:xfrm>
            <a:off x="6400612" y="5045538"/>
            <a:ext cx="985801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sp>
        <p:nvSpPr>
          <p:cNvPr id="29" name="Textplatzhalter 7">
            <a:extLst>
              <a:ext uri="{FF2B5EF4-FFF2-40B4-BE49-F238E27FC236}">
                <a16:creationId xmlns:a16="http://schemas.microsoft.com/office/drawing/2014/main" id="{2F36BC79-5914-3845-30C1-599FB6106423}"/>
              </a:ext>
            </a:extLst>
          </p:cNvPr>
          <p:cNvSpPr txBox="1">
            <a:spLocks/>
          </p:cNvSpPr>
          <p:nvPr/>
        </p:nvSpPr>
        <p:spPr bwMode="gray">
          <a:xfrm>
            <a:off x="6319415" y="3788461"/>
            <a:ext cx="1066998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cxnSp>
        <p:nvCxnSpPr>
          <p:cNvPr id="30" name="Gewinkelte Verbindung 92">
            <a:extLst>
              <a:ext uri="{FF2B5EF4-FFF2-40B4-BE49-F238E27FC236}">
                <a16:creationId xmlns:a16="http://schemas.microsoft.com/office/drawing/2014/main" id="{21305726-ABA1-5584-7CF7-16FCB6B7AFB5}"/>
              </a:ext>
            </a:extLst>
          </p:cNvPr>
          <p:cNvCxnSpPr>
            <a:cxnSpLocks/>
            <a:stCxn id="27" idx="1"/>
          </p:cNvCxnSpPr>
          <p:nvPr/>
        </p:nvCxnSpPr>
        <p:spPr bwMode="gray">
          <a:xfrm rot="10800000">
            <a:off x="6319417" y="4291124"/>
            <a:ext cx="81195" cy="388636"/>
          </a:xfrm>
          <a:prstGeom prst="bentConnector2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winkelte Verbindung 95">
            <a:extLst>
              <a:ext uri="{FF2B5EF4-FFF2-40B4-BE49-F238E27FC236}">
                <a16:creationId xmlns:a16="http://schemas.microsoft.com/office/drawing/2014/main" id="{37518B2F-2731-3E5E-0C86-8B3C0ABF549D}"/>
              </a:ext>
            </a:extLst>
          </p:cNvPr>
          <p:cNvCxnSpPr>
            <a:cxnSpLocks/>
            <a:stCxn id="28" idx="1"/>
          </p:cNvCxnSpPr>
          <p:nvPr/>
        </p:nvCxnSpPr>
        <p:spPr bwMode="gray">
          <a:xfrm rot="10800000">
            <a:off x="6319417" y="4291131"/>
            <a:ext cx="81195" cy="1005740"/>
          </a:xfrm>
          <a:prstGeom prst="bentConnector2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platzhalter 7">
            <a:extLst>
              <a:ext uri="{FF2B5EF4-FFF2-40B4-BE49-F238E27FC236}">
                <a16:creationId xmlns:a16="http://schemas.microsoft.com/office/drawing/2014/main" id="{092E2E94-F40C-5B47-FB70-C95944DD85A8}"/>
              </a:ext>
            </a:extLst>
          </p:cNvPr>
          <p:cNvSpPr txBox="1">
            <a:spLocks/>
          </p:cNvSpPr>
          <p:nvPr/>
        </p:nvSpPr>
        <p:spPr bwMode="gray">
          <a:xfrm>
            <a:off x="7878469" y="4428427"/>
            <a:ext cx="985801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sp>
        <p:nvSpPr>
          <p:cNvPr id="33" name="Textplatzhalter 7">
            <a:extLst>
              <a:ext uri="{FF2B5EF4-FFF2-40B4-BE49-F238E27FC236}">
                <a16:creationId xmlns:a16="http://schemas.microsoft.com/office/drawing/2014/main" id="{879EEC62-25C8-D22B-355E-958989214C4E}"/>
              </a:ext>
            </a:extLst>
          </p:cNvPr>
          <p:cNvSpPr txBox="1">
            <a:spLocks/>
          </p:cNvSpPr>
          <p:nvPr/>
        </p:nvSpPr>
        <p:spPr bwMode="gray">
          <a:xfrm>
            <a:off x="7878469" y="5045538"/>
            <a:ext cx="985801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sp>
        <p:nvSpPr>
          <p:cNvPr id="34" name="Textplatzhalter 7">
            <a:extLst>
              <a:ext uri="{FF2B5EF4-FFF2-40B4-BE49-F238E27FC236}">
                <a16:creationId xmlns:a16="http://schemas.microsoft.com/office/drawing/2014/main" id="{5C15B1B2-EF77-24C9-6030-B325AFA190BB}"/>
              </a:ext>
            </a:extLst>
          </p:cNvPr>
          <p:cNvSpPr txBox="1">
            <a:spLocks/>
          </p:cNvSpPr>
          <p:nvPr/>
        </p:nvSpPr>
        <p:spPr bwMode="gray">
          <a:xfrm>
            <a:off x="7797272" y="3788461"/>
            <a:ext cx="1066998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cxnSp>
        <p:nvCxnSpPr>
          <p:cNvPr id="35" name="Gewinkelte Verbindung 92">
            <a:extLst>
              <a:ext uri="{FF2B5EF4-FFF2-40B4-BE49-F238E27FC236}">
                <a16:creationId xmlns:a16="http://schemas.microsoft.com/office/drawing/2014/main" id="{BB9D745E-6DD7-BB38-E47C-D646FD8EB5F3}"/>
              </a:ext>
            </a:extLst>
          </p:cNvPr>
          <p:cNvCxnSpPr>
            <a:cxnSpLocks/>
            <a:stCxn id="32" idx="1"/>
          </p:cNvCxnSpPr>
          <p:nvPr/>
        </p:nvCxnSpPr>
        <p:spPr bwMode="gray">
          <a:xfrm rot="10800000">
            <a:off x="7797275" y="4291124"/>
            <a:ext cx="81195" cy="388636"/>
          </a:xfrm>
          <a:prstGeom prst="bentConnector2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winkelte Verbindung 95">
            <a:extLst>
              <a:ext uri="{FF2B5EF4-FFF2-40B4-BE49-F238E27FC236}">
                <a16:creationId xmlns:a16="http://schemas.microsoft.com/office/drawing/2014/main" id="{4E585885-51B5-9268-4AE8-D5CD6C0A0816}"/>
              </a:ext>
            </a:extLst>
          </p:cNvPr>
          <p:cNvCxnSpPr>
            <a:cxnSpLocks/>
            <a:stCxn id="33" idx="1"/>
          </p:cNvCxnSpPr>
          <p:nvPr/>
        </p:nvCxnSpPr>
        <p:spPr bwMode="gray">
          <a:xfrm rot="10800000">
            <a:off x="7797275" y="4291131"/>
            <a:ext cx="81195" cy="1005740"/>
          </a:xfrm>
          <a:prstGeom prst="bentConnector2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platzhalter 7">
            <a:extLst>
              <a:ext uri="{FF2B5EF4-FFF2-40B4-BE49-F238E27FC236}">
                <a16:creationId xmlns:a16="http://schemas.microsoft.com/office/drawing/2014/main" id="{3F935DD8-95A9-63E1-0535-539CCE5FD437}"/>
              </a:ext>
            </a:extLst>
          </p:cNvPr>
          <p:cNvSpPr txBox="1">
            <a:spLocks/>
          </p:cNvSpPr>
          <p:nvPr/>
        </p:nvSpPr>
        <p:spPr bwMode="gray">
          <a:xfrm>
            <a:off x="9356325" y="4428427"/>
            <a:ext cx="985801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sp>
        <p:nvSpPr>
          <p:cNvPr id="38" name="Textplatzhalter 7">
            <a:extLst>
              <a:ext uri="{FF2B5EF4-FFF2-40B4-BE49-F238E27FC236}">
                <a16:creationId xmlns:a16="http://schemas.microsoft.com/office/drawing/2014/main" id="{D873F9B4-99C6-2C9A-DCFA-DF15A769D254}"/>
              </a:ext>
            </a:extLst>
          </p:cNvPr>
          <p:cNvSpPr txBox="1">
            <a:spLocks/>
          </p:cNvSpPr>
          <p:nvPr/>
        </p:nvSpPr>
        <p:spPr bwMode="gray">
          <a:xfrm>
            <a:off x="9356325" y="5045538"/>
            <a:ext cx="985801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sp>
        <p:nvSpPr>
          <p:cNvPr id="39" name="Textplatzhalter 7">
            <a:extLst>
              <a:ext uri="{FF2B5EF4-FFF2-40B4-BE49-F238E27FC236}">
                <a16:creationId xmlns:a16="http://schemas.microsoft.com/office/drawing/2014/main" id="{653F0A8C-3A58-AF52-266E-FCD177E65532}"/>
              </a:ext>
            </a:extLst>
          </p:cNvPr>
          <p:cNvSpPr txBox="1">
            <a:spLocks/>
          </p:cNvSpPr>
          <p:nvPr/>
        </p:nvSpPr>
        <p:spPr bwMode="gray">
          <a:xfrm>
            <a:off x="9275129" y="3788461"/>
            <a:ext cx="1066998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cxnSp>
        <p:nvCxnSpPr>
          <p:cNvPr id="40" name="Gewinkelte Verbindung 92">
            <a:extLst>
              <a:ext uri="{FF2B5EF4-FFF2-40B4-BE49-F238E27FC236}">
                <a16:creationId xmlns:a16="http://schemas.microsoft.com/office/drawing/2014/main" id="{75E34D88-9B97-EF6E-4BA3-304690B835BA}"/>
              </a:ext>
            </a:extLst>
          </p:cNvPr>
          <p:cNvCxnSpPr>
            <a:cxnSpLocks/>
            <a:stCxn id="37" idx="1"/>
          </p:cNvCxnSpPr>
          <p:nvPr/>
        </p:nvCxnSpPr>
        <p:spPr bwMode="gray">
          <a:xfrm rot="10800000">
            <a:off x="9275131" y="4291125"/>
            <a:ext cx="81195" cy="388636"/>
          </a:xfrm>
          <a:prstGeom prst="bentConnector2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winkelte Verbindung 95">
            <a:extLst>
              <a:ext uri="{FF2B5EF4-FFF2-40B4-BE49-F238E27FC236}">
                <a16:creationId xmlns:a16="http://schemas.microsoft.com/office/drawing/2014/main" id="{93C32104-2FF4-00BB-2F50-39FEE78F418D}"/>
              </a:ext>
            </a:extLst>
          </p:cNvPr>
          <p:cNvCxnSpPr>
            <a:cxnSpLocks/>
            <a:stCxn id="38" idx="1"/>
          </p:cNvCxnSpPr>
          <p:nvPr/>
        </p:nvCxnSpPr>
        <p:spPr bwMode="gray">
          <a:xfrm rot="10800000">
            <a:off x="9275131" y="4291132"/>
            <a:ext cx="81195" cy="1005740"/>
          </a:xfrm>
          <a:prstGeom prst="bentConnector2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platzhalter 7">
            <a:extLst>
              <a:ext uri="{FF2B5EF4-FFF2-40B4-BE49-F238E27FC236}">
                <a16:creationId xmlns:a16="http://schemas.microsoft.com/office/drawing/2014/main" id="{8D2DFFA2-04C8-8A22-D1E5-16809E64CB04}"/>
              </a:ext>
            </a:extLst>
          </p:cNvPr>
          <p:cNvSpPr txBox="1">
            <a:spLocks/>
          </p:cNvSpPr>
          <p:nvPr/>
        </p:nvSpPr>
        <p:spPr bwMode="gray">
          <a:xfrm>
            <a:off x="10834186" y="4428428"/>
            <a:ext cx="985801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sp>
        <p:nvSpPr>
          <p:cNvPr id="43" name="Textplatzhalter 7">
            <a:extLst>
              <a:ext uri="{FF2B5EF4-FFF2-40B4-BE49-F238E27FC236}">
                <a16:creationId xmlns:a16="http://schemas.microsoft.com/office/drawing/2014/main" id="{FCCAAAAF-5B6F-BC62-4262-BF1BE575B5C8}"/>
              </a:ext>
            </a:extLst>
          </p:cNvPr>
          <p:cNvSpPr txBox="1">
            <a:spLocks/>
          </p:cNvSpPr>
          <p:nvPr/>
        </p:nvSpPr>
        <p:spPr bwMode="gray">
          <a:xfrm>
            <a:off x="10834186" y="5045539"/>
            <a:ext cx="985801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>
                <a:latin typeface="+mn-lt"/>
              </a:rPr>
              <a:t>Text</a:t>
            </a:r>
          </a:p>
        </p:txBody>
      </p:sp>
      <p:sp>
        <p:nvSpPr>
          <p:cNvPr id="45" name="Textplatzhalter 7">
            <a:extLst>
              <a:ext uri="{FF2B5EF4-FFF2-40B4-BE49-F238E27FC236}">
                <a16:creationId xmlns:a16="http://schemas.microsoft.com/office/drawing/2014/main" id="{19DB78AD-874A-7F3D-4837-621D03DF9235}"/>
              </a:ext>
            </a:extLst>
          </p:cNvPr>
          <p:cNvSpPr txBox="1">
            <a:spLocks/>
          </p:cNvSpPr>
          <p:nvPr/>
        </p:nvSpPr>
        <p:spPr bwMode="gray">
          <a:xfrm>
            <a:off x="10752989" y="3788463"/>
            <a:ext cx="1066998" cy="502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200" b="1">
                <a:latin typeface="+mj-lt"/>
                <a:ea typeface="Verdana" pitchFamily="34" charset="0"/>
                <a:cs typeface="Verdana" pitchFamily="34" charset="0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b="0" dirty="0">
                <a:latin typeface="+mn-lt"/>
              </a:rPr>
              <a:t>Text</a:t>
            </a:r>
          </a:p>
        </p:txBody>
      </p:sp>
      <p:cxnSp>
        <p:nvCxnSpPr>
          <p:cNvPr id="46" name="Gewinkelte Verbindung 92">
            <a:extLst>
              <a:ext uri="{FF2B5EF4-FFF2-40B4-BE49-F238E27FC236}">
                <a16:creationId xmlns:a16="http://schemas.microsoft.com/office/drawing/2014/main" id="{48381B33-7F4B-3C9A-5772-3D7EBADD14D2}"/>
              </a:ext>
            </a:extLst>
          </p:cNvPr>
          <p:cNvCxnSpPr>
            <a:cxnSpLocks/>
            <a:stCxn id="42" idx="1"/>
          </p:cNvCxnSpPr>
          <p:nvPr/>
        </p:nvCxnSpPr>
        <p:spPr bwMode="gray">
          <a:xfrm rot="10800000">
            <a:off x="10752991" y="4291127"/>
            <a:ext cx="81195" cy="388636"/>
          </a:xfrm>
          <a:prstGeom prst="bentConnector2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winkelte Verbindung 95">
            <a:extLst>
              <a:ext uri="{FF2B5EF4-FFF2-40B4-BE49-F238E27FC236}">
                <a16:creationId xmlns:a16="http://schemas.microsoft.com/office/drawing/2014/main" id="{320A30BB-3083-F328-4E40-ED3B1D74E2B4}"/>
              </a:ext>
            </a:extLst>
          </p:cNvPr>
          <p:cNvCxnSpPr>
            <a:cxnSpLocks/>
            <a:stCxn id="43" idx="1"/>
          </p:cNvCxnSpPr>
          <p:nvPr/>
        </p:nvCxnSpPr>
        <p:spPr bwMode="gray">
          <a:xfrm rot="10800000">
            <a:off x="10752991" y="4291136"/>
            <a:ext cx="81195" cy="1005741"/>
          </a:xfrm>
          <a:prstGeom prst="bentConnector2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winkelte Verbindung 76">
            <a:extLst>
              <a:ext uri="{FF2B5EF4-FFF2-40B4-BE49-F238E27FC236}">
                <a16:creationId xmlns:a16="http://schemas.microsoft.com/office/drawing/2014/main" id="{59A46B2B-B4B4-5597-5357-EF445CF4AE8F}"/>
              </a:ext>
            </a:extLst>
          </p:cNvPr>
          <p:cNvCxnSpPr>
            <a:cxnSpLocks/>
            <a:stCxn id="2" idx="2"/>
            <a:endCxn id="14" idx="0"/>
          </p:cNvCxnSpPr>
          <p:nvPr/>
        </p:nvCxnSpPr>
        <p:spPr bwMode="gray">
          <a:xfrm rot="16200000" flipH="1">
            <a:off x="1870126" y="3239243"/>
            <a:ext cx="359461" cy="738974"/>
          </a:xfrm>
          <a:prstGeom prst="bentConnector3">
            <a:avLst>
              <a:gd name="adj1" fmla="val 50000"/>
            </a:avLst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platzhalter 7">
            <a:extLst>
              <a:ext uri="{FF2B5EF4-FFF2-40B4-BE49-F238E27FC236}">
                <a16:creationId xmlns:a16="http://schemas.microsoft.com/office/drawing/2014/main" id="{F02AE342-880B-F6BF-84AF-ABA727183C65}"/>
              </a:ext>
            </a:extLst>
          </p:cNvPr>
          <p:cNvSpPr txBox="1">
            <a:spLocks/>
          </p:cNvSpPr>
          <p:nvPr/>
        </p:nvSpPr>
        <p:spPr bwMode="gray">
          <a:xfrm>
            <a:off x="3363733" y="2828454"/>
            <a:ext cx="2544763" cy="600546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>
                <a:solidFill>
                  <a:schemeClr val="tx1"/>
                </a:solidFill>
                <a:latin typeface="+mn-lt"/>
              </a:rPr>
              <a:t>Name</a:t>
            </a:r>
          </a:p>
        </p:txBody>
      </p:sp>
      <p:cxnSp>
        <p:nvCxnSpPr>
          <p:cNvPr id="50" name="Gewinkelte Verbindung 76">
            <a:extLst>
              <a:ext uri="{FF2B5EF4-FFF2-40B4-BE49-F238E27FC236}">
                <a16:creationId xmlns:a16="http://schemas.microsoft.com/office/drawing/2014/main" id="{F45FD2B9-FA1A-27ED-0614-2B2C2D7E7F96}"/>
              </a:ext>
            </a:extLst>
          </p:cNvPr>
          <p:cNvCxnSpPr>
            <a:cxnSpLocks/>
            <a:stCxn id="49" idx="2"/>
            <a:endCxn id="19" idx="0"/>
          </p:cNvCxnSpPr>
          <p:nvPr/>
        </p:nvCxnSpPr>
        <p:spPr bwMode="gray">
          <a:xfrm rot="5400000">
            <a:off x="4086928" y="3239273"/>
            <a:ext cx="359461" cy="738915"/>
          </a:xfrm>
          <a:prstGeom prst="bentConnector3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winkelte Verbindung 76">
            <a:extLst>
              <a:ext uri="{FF2B5EF4-FFF2-40B4-BE49-F238E27FC236}">
                <a16:creationId xmlns:a16="http://schemas.microsoft.com/office/drawing/2014/main" id="{D8C6D306-6635-D60B-FA3E-3ADE5E46179D}"/>
              </a:ext>
            </a:extLst>
          </p:cNvPr>
          <p:cNvCxnSpPr>
            <a:cxnSpLocks/>
            <a:stCxn id="49" idx="2"/>
            <a:endCxn id="24" idx="0"/>
          </p:cNvCxnSpPr>
          <p:nvPr/>
        </p:nvCxnSpPr>
        <p:spPr bwMode="gray">
          <a:xfrm rot="16200000" flipH="1">
            <a:off x="4825856" y="3239259"/>
            <a:ext cx="359461" cy="738942"/>
          </a:xfrm>
          <a:prstGeom prst="bentConnector3">
            <a:avLst>
              <a:gd name="adj1" fmla="val 50000"/>
            </a:avLst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platzhalter 7">
            <a:extLst>
              <a:ext uri="{FF2B5EF4-FFF2-40B4-BE49-F238E27FC236}">
                <a16:creationId xmlns:a16="http://schemas.microsoft.com/office/drawing/2014/main" id="{8420EBD3-A29E-E2A9-16A2-3B6998F61D0C}"/>
              </a:ext>
            </a:extLst>
          </p:cNvPr>
          <p:cNvSpPr txBox="1">
            <a:spLocks/>
          </p:cNvSpPr>
          <p:nvPr/>
        </p:nvSpPr>
        <p:spPr bwMode="gray">
          <a:xfrm>
            <a:off x="6319479" y="2828454"/>
            <a:ext cx="2544763" cy="600546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>
                <a:solidFill>
                  <a:schemeClr val="tx1"/>
                </a:solidFill>
                <a:latin typeface="+mn-lt"/>
              </a:rPr>
              <a:t>Name</a:t>
            </a:r>
          </a:p>
        </p:txBody>
      </p:sp>
      <p:cxnSp>
        <p:nvCxnSpPr>
          <p:cNvPr id="53" name="Gewinkelte Verbindung 76">
            <a:extLst>
              <a:ext uri="{FF2B5EF4-FFF2-40B4-BE49-F238E27FC236}">
                <a16:creationId xmlns:a16="http://schemas.microsoft.com/office/drawing/2014/main" id="{CC02AD84-948B-8019-6313-CC91E1C38926}"/>
              </a:ext>
            </a:extLst>
          </p:cNvPr>
          <p:cNvCxnSpPr>
            <a:cxnSpLocks/>
            <a:stCxn id="52" idx="2"/>
            <a:endCxn id="29" idx="0"/>
          </p:cNvCxnSpPr>
          <p:nvPr/>
        </p:nvCxnSpPr>
        <p:spPr bwMode="gray">
          <a:xfrm rot="5400000">
            <a:off x="7042658" y="3239257"/>
            <a:ext cx="359461" cy="738947"/>
          </a:xfrm>
          <a:prstGeom prst="bentConnector3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winkelte Verbindung 76">
            <a:extLst>
              <a:ext uri="{FF2B5EF4-FFF2-40B4-BE49-F238E27FC236}">
                <a16:creationId xmlns:a16="http://schemas.microsoft.com/office/drawing/2014/main" id="{32012CC9-0B91-4898-2DE6-DED2D5168B7C}"/>
              </a:ext>
            </a:extLst>
          </p:cNvPr>
          <p:cNvCxnSpPr>
            <a:cxnSpLocks/>
            <a:stCxn id="52" idx="2"/>
            <a:endCxn id="34" idx="0"/>
          </p:cNvCxnSpPr>
          <p:nvPr/>
        </p:nvCxnSpPr>
        <p:spPr bwMode="gray">
          <a:xfrm rot="16200000" flipH="1">
            <a:off x="7781586" y="3239275"/>
            <a:ext cx="359461" cy="738910"/>
          </a:xfrm>
          <a:prstGeom prst="bentConnector3">
            <a:avLst>
              <a:gd name="adj1" fmla="val 50000"/>
            </a:avLst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platzhalter 7">
            <a:extLst>
              <a:ext uri="{FF2B5EF4-FFF2-40B4-BE49-F238E27FC236}">
                <a16:creationId xmlns:a16="http://schemas.microsoft.com/office/drawing/2014/main" id="{DFCF2B2D-C721-FC4F-B68C-7172EBC08EB1}"/>
              </a:ext>
            </a:extLst>
          </p:cNvPr>
          <p:cNvSpPr txBox="1">
            <a:spLocks/>
          </p:cNvSpPr>
          <p:nvPr/>
        </p:nvSpPr>
        <p:spPr bwMode="gray">
          <a:xfrm>
            <a:off x="9275224" y="2828454"/>
            <a:ext cx="2544763" cy="600546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txBody>
          <a:bodyPr vert="horz" wrap="square" lIns="108000" tIns="72000" rIns="108000" bIns="72000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>
                <a:solidFill>
                  <a:schemeClr val="tx1"/>
                </a:solidFill>
                <a:latin typeface="+mn-lt"/>
              </a:rPr>
              <a:t>Name</a:t>
            </a:r>
          </a:p>
        </p:txBody>
      </p:sp>
      <p:cxnSp>
        <p:nvCxnSpPr>
          <p:cNvPr id="56" name="Gewinkelte Verbindung 76">
            <a:extLst>
              <a:ext uri="{FF2B5EF4-FFF2-40B4-BE49-F238E27FC236}">
                <a16:creationId xmlns:a16="http://schemas.microsoft.com/office/drawing/2014/main" id="{C942557C-C672-1144-BBF7-8DC3B5F2AA3D}"/>
              </a:ext>
            </a:extLst>
          </p:cNvPr>
          <p:cNvCxnSpPr>
            <a:cxnSpLocks/>
            <a:stCxn id="55" idx="2"/>
            <a:endCxn id="39" idx="0"/>
          </p:cNvCxnSpPr>
          <p:nvPr/>
        </p:nvCxnSpPr>
        <p:spPr bwMode="gray">
          <a:xfrm rot="5400000">
            <a:off x="9998387" y="3239241"/>
            <a:ext cx="359461" cy="738978"/>
          </a:xfrm>
          <a:prstGeom prst="bentConnector3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winkelte Verbindung 76">
            <a:extLst>
              <a:ext uri="{FF2B5EF4-FFF2-40B4-BE49-F238E27FC236}">
                <a16:creationId xmlns:a16="http://schemas.microsoft.com/office/drawing/2014/main" id="{E1E4D378-32E7-1375-A13C-98BCB86B9689}"/>
              </a:ext>
            </a:extLst>
          </p:cNvPr>
          <p:cNvCxnSpPr>
            <a:cxnSpLocks/>
            <a:stCxn id="55" idx="2"/>
            <a:endCxn id="45" idx="0"/>
          </p:cNvCxnSpPr>
          <p:nvPr/>
        </p:nvCxnSpPr>
        <p:spPr bwMode="gray">
          <a:xfrm rot="16200000" flipH="1">
            <a:off x="10737316" y="3239290"/>
            <a:ext cx="359463" cy="738882"/>
          </a:xfrm>
          <a:prstGeom prst="bentConnector3">
            <a:avLst>
              <a:gd name="adj1" fmla="val 50000"/>
            </a:avLst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winkelte Verbindung 11">
            <a:extLst>
              <a:ext uri="{FF2B5EF4-FFF2-40B4-BE49-F238E27FC236}">
                <a16:creationId xmlns:a16="http://schemas.microsoft.com/office/drawing/2014/main" id="{5AF69DE0-1094-6087-AACC-CC24FB9381CE}"/>
              </a:ext>
            </a:extLst>
          </p:cNvPr>
          <p:cNvCxnSpPr>
            <a:cxnSpLocks/>
            <a:stCxn id="62" idx="2"/>
            <a:endCxn id="2" idx="0"/>
          </p:cNvCxnSpPr>
          <p:nvPr/>
        </p:nvCxnSpPr>
        <p:spPr bwMode="gray">
          <a:xfrm rot="5400000">
            <a:off x="3634775" y="349240"/>
            <a:ext cx="524809" cy="4433619"/>
          </a:xfrm>
          <a:prstGeom prst="bentConnector3">
            <a:avLst>
              <a:gd name="adj1" fmla="val 50000"/>
            </a:avLst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winkelte Verbindung 13">
            <a:extLst>
              <a:ext uri="{FF2B5EF4-FFF2-40B4-BE49-F238E27FC236}">
                <a16:creationId xmlns:a16="http://schemas.microsoft.com/office/drawing/2014/main" id="{9DF4278C-9860-B63A-B4C1-C7B48EDAD53F}"/>
              </a:ext>
            </a:extLst>
          </p:cNvPr>
          <p:cNvCxnSpPr>
            <a:cxnSpLocks/>
            <a:stCxn id="62" idx="2"/>
            <a:endCxn id="49" idx="0"/>
          </p:cNvCxnSpPr>
          <p:nvPr/>
        </p:nvCxnSpPr>
        <p:spPr bwMode="gray">
          <a:xfrm rot="5400000">
            <a:off x="5112648" y="1827113"/>
            <a:ext cx="524809" cy="1477873"/>
          </a:xfrm>
          <a:prstGeom prst="bentConnector3">
            <a:avLst>
              <a:gd name="adj1" fmla="val 50000"/>
            </a:avLst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winkelte Verbindung 15">
            <a:extLst>
              <a:ext uri="{FF2B5EF4-FFF2-40B4-BE49-F238E27FC236}">
                <a16:creationId xmlns:a16="http://schemas.microsoft.com/office/drawing/2014/main" id="{1659EAC8-962E-B4E8-A019-B17CF42388E1}"/>
              </a:ext>
            </a:extLst>
          </p:cNvPr>
          <p:cNvCxnSpPr>
            <a:cxnSpLocks/>
            <a:stCxn id="62" idx="2"/>
            <a:endCxn id="52" idx="0"/>
          </p:cNvCxnSpPr>
          <p:nvPr/>
        </p:nvCxnSpPr>
        <p:spPr bwMode="gray">
          <a:xfrm rot="16200000" flipH="1">
            <a:off x="6590520" y="1827112"/>
            <a:ext cx="524809" cy="1477873"/>
          </a:xfrm>
          <a:prstGeom prst="bentConnector3">
            <a:avLst>
              <a:gd name="adj1" fmla="val 50000"/>
            </a:avLst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winkelte Verbindung 16">
            <a:extLst>
              <a:ext uri="{FF2B5EF4-FFF2-40B4-BE49-F238E27FC236}">
                <a16:creationId xmlns:a16="http://schemas.microsoft.com/office/drawing/2014/main" id="{FCF20E13-28DC-2C58-96B2-AA95B986DD75}"/>
              </a:ext>
            </a:extLst>
          </p:cNvPr>
          <p:cNvCxnSpPr>
            <a:cxnSpLocks/>
            <a:stCxn id="62" idx="2"/>
            <a:endCxn id="55" idx="0"/>
          </p:cNvCxnSpPr>
          <p:nvPr/>
        </p:nvCxnSpPr>
        <p:spPr bwMode="gray">
          <a:xfrm rot="16200000" flipH="1">
            <a:off x="8068393" y="349240"/>
            <a:ext cx="524809" cy="4433618"/>
          </a:xfrm>
          <a:prstGeom prst="bentConnector3">
            <a:avLst>
              <a:gd name="adj1" fmla="val 50000"/>
            </a:avLst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platzhalter 7">
            <a:extLst>
              <a:ext uri="{FF2B5EF4-FFF2-40B4-BE49-F238E27FC236}">
                <a16:creationId xmlns:a16="http://schemas.microsoft.com/office/drawing/2014/main" id="{D31BCCDA-1CEF-4D7A-C7D4-0070B29ACCA2}"/>
              </a:ext>
            </a:extLst>
          </p:cNvPr>
          <p:cNvSpPr txBox="1">
            <a:spLocks/>
          </p:cNvSpPr>
          <p:nvPr/>
        </p:nvSpPr>
        <p:spPr bwMode="gray">
          <a:xfrm>
            <a:off x="4774496" y="1557338"/>
            <a:ext cx="2678983" cy="746307"/>
          </a:xfrm>
          <a:prstGeom prst="rect">
            <a:avLst/>
          </a:prstGeom>
          <a:solidFill>
            <a:schemeClr val="accent1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216000" tIns="72000" rIns="216000" bIns="72000" anchor="ctr">
            <a:noAutofit/>
          </a:bodyPr>
          <a:lstStyle>
            <a:defPPr>
              <a:defRPr lang="en-US"/>
            </a:defPPr>
            <a:lvl1pPr marR="0" lvl="0" indent="0" defTabSz="978998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i="0" u="none" strike="noStrike" cap="all" spc="0" normalizeH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</a:defRPr>
            </a:lvl1pPr>
            <a:lvl2pPr marL="0" lvl="1" indent="0" algn="ctr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>
                <a:solidFill>
                  <a:schemeClr val="bg1"/>
                </a:solidFill>
                <a:latin typeface="+mj-lt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>
                <a:latin typeface="+mn-lt"/>
              </a:rPr>
              <a:t>Name</a:t>
            </a:r>
          </a:p>
        </p:txBody>
      </p:sp>
      <p:sp>
        <p:nvSpPr>
          <p:cNvPr id="76" name="Text Placeholder 15">
            <a:extLst>
              <a:ext uri="{FF2B5EF4-FFF2-40B4-BE49-F238E27FC236}">
                <a16:creationId xmlns:a16="http://schemas.microsoft.com/office/drawing/2014/main" id="{BD1C87D7-8439-2851-528A-A74F1FE4168E}"/>
              </a:ext>
            </a:extLst>
          </p:cNvPr>
          <p:cNvSpPr/>
          <p:nvPr/>
        </p:nvSpPr>
        <p:spPr>
          <a:xfrm>
            <a:off x="407988" y="6275487"/>
            <a:ext cx="4514056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Aft>
                <a:spcPts val="110"/>
              </a:spcAft>
            </a:pPr>
            <a:r>
              <a:rPr lang="en-US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organigrams, organizational, diagrams, org, tree, trees, hierarchy, hierarchies</a:t>
            </a:r>
          </a:p>
        </p:txBody>
      </p:sp>
      <p:pic>
        <p:nvPicPr>
          <p:cNvPr id="8" name="Grafik 7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497E83C7-CAB2-C665-DBF8-34786BF7B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65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6" imgW="349" imgH="350" progId="TCLayout.ActiveDocument.1">
                  <p:embed/>
                </p:oleObj>
              </mc:Choice>
              <mc:Fallback>
                <p:oleObj name="think-cell Folie" r:id="rId16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Title 66">
            <a:extLst>
              <a:ext uri="{FF2B5EF4-FFF2-40B4-BE49-F238E27FC236}">
                <a16:creationId xmlns:a16="http://schemas.microsoft.com/office/drawing/2014/main" id="{1260D908-A81C-6D19-662D-4409B64C8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Aspect matrix</a:t>
            </a:r>
          </a:p>
        </p:txBody>
      </p:sp>
      <p:sp>
        <p:nvSpPr>
          <p:cNvPr id="42" name="Textfeld 7">
            <a:extLst>
              <a:ext uri="{FF2B5EF4-FFF2-40B4-BE49-F238E27FC236}">
                <a16:creationId xmlns:a16="http://schemas.microsoft.com/office/drawing/2014/main" id="{92A71C8B-48B3-D5A6-659A-450A24C3CF34}"/>
              </a:ext>
            </a:extLst>
          </p:cNvPr>
          <p:cNvSpPr txBox="1">
            <a:spLocks/>
          </p:cNvSpPr>
          <p:nvPr/>
        </p:nvSpPr>
        <p:spPr>
          <a:xfrm>
            <a:off x="3798656" y="1747069"/>
            <a:ext cx="246221" cy="3960000"/>
          </a:xfrm>
          <a:prstGeom prst="rect">
            <a:avLst/>
          </a:prstGeom>
          <a:noFill/>
        </p:spPr>
        <p:txBody>
          <a:bodyPr vert="vert270" wrap="squar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sym typeface="+mn-lt"/>
              </a:rPr>
              <a:t>Title 1</a:t>
            </a:r>
          </a:p>
        </p:txBody>
      </p:sp>
      <p:sp>
        <p:nvSpPr>
          <p:cNvPr id="43" name="Textfeld 8">
            <a:extLst>
              <a:ext uri="{FF2B5EF4-FFF2-40B4-BE49-F238E27FC236}">
                <a16:creationId xmlns:a16="http://schemas.microsoft.com/office/drawing/2014/main" id="{9A2C3BDA-A013-F307-2752-0C2158614075}"/>
              </a:ext>
            </a:extLst>
          </p:cNvPr>
          <p:cNvSpPr txBox="1">
            <a:spLocks/>
          </p:cNvSpPr>
          <p:nvPr/>
        </p:nvSpPr>
        <p:spPr>
          <a:xfrm>
            <a:off x="4165513" y="5812950"/>
            <a:ext cx="3960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ym typeface="+mn-lt"/>
              </a:rPr>
              <a:t>Title 2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2C6B75EE-ECAE-45F2-660A-C789844499B5}"/>
              </a:ext>
            </a:extLst>
          </p:cNvPr>
          <p:cNvSpPr>
            <a:spLocks/>
          </p:cNvSpPr>
          <p:nvPr/>
        </p:nvSpPr>
        <p:spPr>
          <a:xfrm>
            <a:off x="4165513" y="1747070"/>
            <a:ext cx="3960000" cy="3960000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ln w="952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46" name="Rechteck 10">
            <a:extLst>
              <a:ext uri="{FF2B5EF4-FFF2-40B4-BE49-F238E27FC236}">
                <a16:creationId xmlns:a16="http://schemas.microsoft.com/office/drawing/2014/main" id="{D07B4912-7B09-8971-A444-7318D21B0213}"/>
              </a:ext>
            </a:extLst>
          </p:cNvPr>
          <p:cNvSpPr>
            <a:spLocks/>
          </p:cNvSpPr>
          <p:nvPr/>
        </p:nvSpPr>
        <p:spPr>
          <a:xfrm>
            <a:off x="4276553" y="1848664"/>
            <a:ext cx="1870533" cy="184683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47" name="Rechteck 11">
            <a:extLst>
              <a:ext uri="{FF2B5EF4-FFF2-40B4-BE49-F238E27FC236}">
                <a16:creationId xmlns:a16="http://schemas.microsoft.com/office/drawing/2014/main" id="{A8C1AE4C-D29E-510A-4818-ECEDBAC6E565}"/>
              </a:ext>
            </a:extLst>
          </p:cNvPr>
          <p:cNvSpPr>
            <a:spLocks/>
          </p:cNvSpPr>
          <p:nvPr/>
        </p:nvSpPr>
        <p:spPr>
          <a:xfrm>
            <a:off x="6183086" y="1848664"/>
            <a:ext cx="1870533" cy="184683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48" name="Rechteck 12">
            <a:extLst>
              <a:ext uri="{FF2B5EF4-FFF2-40B4-BE49-F238E27FC236}">
                <a16:creationId xmlns:a16="http://schemas.microsoft.com/office/drawing/2014/main" id="{77FB1E53-1EC0-618B-5393-676E3A580D13}"/>
              </a:ext>
            </a:extLst>
          </p:cNvPr>
          <p:cNvSpPr>
            <a:spLocks/>
          </p:cNvSpPr>
          <p:nvPr/>
        </p:nvSpPr>
        <p:spPr>
          <a:xfrm>
            <a:off x="4276553" y="3731495"/>
            <a:ext cx="1870533" cy="184683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49" name="Rechteck 13">
            <a:extLst>
              <a:ext uri="{FF2B5EF4-FFF2-40B4-BE49-F238E27FC236}">
                <a16:creationId xmlns:a16="http://schemas.microsoft.com/office/drawing/2014/main" id="{7F28805E-1BF9-C40C-81EE-61B92ACBB596}"/>
              </a:ext>
            </a:extLst>
          </p:cNvPr>
          <p:cNvSpPr>
            <a:spLocks/>
          </p:cNvSpPr>
          <p:nvPr/>
        </p:nvSpPr>
        <p:spPr>
          <a:xfrm>
            <a:off x="6183086" y="3731495"/>
            <a:ext cx="1870533" cy="184683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6F41690B-F149-85F5-D01E-579D80D9CC4F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4276553" y="1566442"/>
            <a:ext cx="1870533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dirty="0">
                <a:ea typeface="Verdana" pitchFamily="34" charset="0"/>
              </a:rPr>
              <a:t>Aspect 1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3F8D35D0-7325-41FC-A004-A6C910AB0DFD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6183086" y="1566442"/>
            <a:ext cx="1870533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Aspect 2</a:t>
            </a:r>
          </a:p>
        </p:txBody>
      </p:sp>
      <p:sp>
        <p:nvSpPr>
          <p:cNvPr id="52" name="TextBox 41">
            <a:extLst>
              <a:ext uri="{FF2B5EF4-FFF2-40B4-BE49-F238E27FC236}">
                <a16:creationId xmlns:a16="http://schemas.microsoft.com/office/drawing/2014/main" id="{FB9B12B2-60C1-207A-64C5-9BE483010CA4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125513" y="1848664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>
                <a:ea typeface="Verdana" pitchFamily="34" charset="0"/>
              </a:rPr>
              <a:t>Aspect 1</a:t>
            </a:r>
          </a:p>
        </p:txBody>
      </p:sp>
      <p:sp>
        <p:nvSpPr>
          <p:cNvPr id="53" name="TextBox 42">
            <a:extLst>
              <a:ext uri="{FF2B5EF4-FFF2-40B4-BE49-F238E27FC236}">
                <a16:creationId xmlns:a16="http://schemas.microsoft.com/office/drawing/2014/main" id="{B8A554DD-8B18-2306-DAC0-47458A6FD90D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8125513" y="3731495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>
                <a:ea typeface="Verdana" pitchFamily="34" charset="0"/>
              </a:rPr>
              <a:t>Aspect 2</a:t>
            </a:r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04567DC0-0261-5D23-01FC-730976B90895}"/>
              </a:ext>
            </a:extLst>
          </p:cNvPr>
          <p:cNvSpPr txBox="1">
            <a:spLocks/>
          </p:cNvSpPr>
          <p:nvPr/>
        </p:nvSpPr>
        <p:spPr>
          <a:xfrm>
            <a:off x="8631908" y="1848668"/>
            <a:ext cx="2562120" cy="1846830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7636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. Aenean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commodo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ligula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eget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dolor. </a:t>
            </a:r>
          </a:p>
        </p:txBody>
      </p:sp>
      <p:sp>
        <p:nvSpPr>
          <p:cNvPr id="55" name="Subtitle 2">
            <a:extLst>
              <a:ext uri="{FF2B5EF4-FFF2-40B4-BE49-F238E27FC236}">
                <a16:creationId xmlns:a16="http://schemas.microsoft.com/office/drawing/2014/main" id="{FC150605-62B7-7576-E8ED-CF80794A7D40}"/>
              </a:ext>
            </a:extLst>
          </p:cNvPr>
          <p:cNvSpPr txBox="1">
            <a:spLocks/>
          </p:cNvSpPr>
          <p:nvPr/>
        </p:nvSpPr>
        <p:spPr>
          <a:xfrm>
            <a:off x="1034485" y="1848668"/>
            <a:ext cx="2562120" cy="1846830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087636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. Aenean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commodo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ligula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eget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dolor. </a:t>
            </a:r>
          </a:p>
        </p:txBody>
      </p:sp>
      <p:sp>
        <p:nvSpPr>
          <p:cNvPr id="56" name="Subtitle 2">
            <a:extLst>
              <a:ext uri="{FF2B5EF4-FFF2-40B4-BE49-F238E27FC236}">
                <a16:creationId xmlns:a16="http://schemas.microsoft.com/office/drawing/2014/main" id="{6580946D-ECDF-7487-2C61-32457F47C8AF}"/>
              </a:ext>
            </a:extLst>
          </p:cNvPr>
          <p:cNvSpPr txBox="1">
            <a:spLocks/>
          </p:cNvSpPr>
          <p:nvPr/>
        </p:nvSpPr>
        <p:spPr>
          <a:xfrm>
            <a:off x="8631908" y="3731495"/>
            <a:ext cx="2562120" cy="1846830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7636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. Aenean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commodo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ligula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eget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dolor. </a:t>
            </a:r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BEE6B54A-60AF-5491-E33E-C87B5DC80449}"/>
              </a:ext>
            </a:extLst>
          </p:cNvPr>
          <p:cNvSpPr txBox="1">
            <a:spLocks/>
          </p:cNvSpPr>
          <p:nvPr/>
        </p:nvSpPr>
        <p:spPr>
          <a:xfrm>
            <a:off x="1034485" y="3731495"/>
            <a:ext cx="2562120" cy="1846830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087636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. Aenean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commodo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ligula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eget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dolor. 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BECE0B65-8AA8-75F0-7A2C-830851924E94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492619" y="2084167"/>
            <a:ext cx="365429" cy="365431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59" name="Freeform 432">
            <a:extLst>
              <a:ext uri="{FF2B5EF4-FFF2-40B4-BE49-F238E27FC236}">
                <a16:creationId xmlns:a16="http://schemas.microsoft.com/office/drawing/2014/main" id="{0AEDDD80-BF46-B5AF-C5A5-FA975AA58CD4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543038" y="4340320"/>
            <a:ext cx="154436" cy="154436"/>
          </a:xfrm>
          <a:custGeom>
            <a:avLst/>
            <a:gdLst>
              <a:gd name="T0" fmla="*/ 585 w 586"/>
              <a:gd name="T1" fmla="*/ 292 h 586"/>
              <a:gd name="T2" fmla="*/ 585 w 586"/>
              <a:gd name="T3" fmla="*/ 292 h 586"/>
              <a:gd name="T4" fmla="*/ 293 w 586"/>
              <a:gd name="T5" fmla="*/ 585 h 586"/>
              <a:gd name="T6" fmla="*/ 293 w 586"/>
              <a:gd name="T7" fmla="*/ 585 h 586"/>
              <a:gd name="T8" fmla="*/ 0 w 586"/>
              <a:gd name="T9" fmla="*/ 292 h 586"/>
              <a:gd name="T10" fmla="*/ 0 w 586"/>
              <a:gd name="T11" fmla="*/ 292 h 586"/>
              <a:gd name="T12" fmla="*/ 293 w 586"/>
              <a:gd name="T13" fmla="*/ 0 h 586"/>
              <a:gd name="T14" fmla="*/ 293 w 586"/>
              <a:gd name="T15" fmla="*/ 0 h 586"/>
              <a:gd name="T16" fmla="*/ 585 w 586"/>
              <a:gd name="T17" fmla="*/ 292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2"/>
                </a:moveTo>
                <a:lnTo>
                  <a:pt x="585" y="292"/>
                </a:lnTo>
                <a:cubicBezTo>
                  <a:pt x="585" y="454"/>
                  <a:pt x="454" y="585"/>
                  <a:pt x="293" y="585"/>
                </a:cubicBezTo>
                <a:lnTo>
                  <a:pt x="293" y="585"/>
                </a:lnTo>
                <a:cubicBezTo>
                  <a:pt x="131" y="585"/>
                  <a:pt x="0" y="454"/>
                  <a:pt x="0" y="292"/>
                </a:cubicBezTo>
                <a:lnTo>
                  <a:pt x="0" y="292"/>
                </a:lnTo>
                <a:cubicBezTo>
                  <a:pt x="0" y="131"/>
                  <a:pt x="131" y="0"/>
                  <a:pt x="293" y="0"/>
                </a:cubicBezTo>
                <a:lnTo>
                  <a:pt x="293" y="0"/>
                </a:lnTo>
                <a:cubicBezTo>
                  <a:pt x="454" y="0"/>
                  <a:pt x="585" y="131"/>
                  <a:pt x="585" y="292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60" name="Freeform 433">
            <a:extLst>
              <a:ext uri="{FF2B5EF4-FFF2-40B4-BE49-F238E27FC236}">
                <a16:creationId xmlns:a16="http://schemas.microsoft.com/office/drawing/2014/main" id="{3355067E-B5B4-FD65-3234-D340D0014DFD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5019864" y="3379060"/>
            <a:ext cx="154436" cy="154436"/>
          </a:xfrm>
          <a:custGeom>
            <a:avLst/>
            <a:gdLst>
              <a:gd name="T0" fmla="*/ 585 w 586"/>
              <a:gd name="T1" fmla="*/ 292 h 586"/>
              <a:gd name="T2" fmla="*/ 585 w 586"/>
              <a:gd name="T3" fmla="*/ 292 h 586"/>
              <a:gd name="T4" fmla="*/ 293 w 586"/>
              <a:gd name="T5" fmla="*/ 585 h 586"/>
              <a:gd name="T6" fmla="*/ 293 w 586"/>
              <a:gd name="T7" fmla="*/ 585 h 586"/>
              <a:gd name="T8" fmla="*/ 0 w 586"/>
              <a:gd name="T9" fmla="*/ 292 h 586"/>
              <a:gd name="T10" fmla="*/ 0 w 586"/>
              <a:gd name="T11" fmla="*/ 292 h 586"/>
              <a:gd name="T12" fmla="*/ 293 w 586"/>
              <a:gd name="T13" fmla="*/ 0 h 586"/>
              <a:gd name="T14" fmla="*/ 293 w 586"/>
              <a:gd name="T15" fmla="*/ 0 h 586"/>
              <a:gd name="T16" fmla="*/ 585 w 586"/>
              <a:gd name="T17" fmla="*/ 292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2"/>
                </a:moveTo>
                <a:lnTo>
                  <a:pt x="585" y="292"/>
                </a:lnTo>
                <a:cubicBezTo>
                  <a:pt x="585" y="454"/>
                  <a:pt x="454" y="585"/>
                  <a:pt x="293" y="585"/>
                </a:cubicBezTo>
                <a:lnTo>
                  <a:pt x="293" y="585"/>
                </a:lnTo>
                <a:cubicBezTo>
                  <a:pt x="131" y="585"/>
                  <a:pt x="0" y="454"/>
                  <a:pt x="0" y="292"/>
                </a:cubicBezTo>
                <a:lnTo>
                  <a:pt x="0" y="292"/>
                </a:lnTo>
                <a:cubicBezTo>
                  <a:pt x="0" y="131"/>
                  <a:pt x="131" y="0"/>
                  <a:pt x="293" y="0"/>
                </a:cubicBezTo>
                <a:lnTo>
                  <a:pt x="293" y="0"/>
                </a:lnTo>
                <a:cubicBezTo>
                  <a:pt x="454" y="0"/>
                  <a:pt x="585" y="131"/>
                  <a:pt x="585" y="292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61" name="Freeform 434">
            <a:extLst>
              <a:ext uri="{FF2B5EF4-FFF2-40B4-BE49-F238E27FC236}">
                <a16:creationId xmlns:a16="http://schemas.microsoft.com/office/drawing/2014/main" id="{557B21EB-9507-8AFD-62A9-C5BC8CFC25C7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795476" y="5230957"/>
            <a:ext cx="154436" cy="154436"/>
          </a:xfrm>
          <a:custGeom>
            <a:avLst/>
            <a:gdLst>
              <a:gd name="T0" fmla="*/ 585 w 586"/>
              <a:gd name="T1" fmla="*/ 292 h 585"/>
              <a:gd name="T2" fmla="*/ 585 w 586"/>
              <a:gd name="T3" fmla="*/ 292 h 585"/>
              <a:gd name="T4" fmla="*/ 292 w 586"/>
              <a:gd name="T5" fmla="*/ 584 h 585"/>
              <a:gd name="T6" fmla="*/ 292 w 586"/>
              <a:gd name="T7" fmla="*/ 584 h 585"/>
              <a:gd name="T8" fmla="*/ 0 w 586"/>
              <a:gd name="T9" fmla="*/ 292 h 585"/>
              <a:gd name="T10" fmla="*/ 0 w 586"/>
              <a:gd name="T11" fmla="*/ 292 h 585"/>
              <a:gd name="T12" fmla="*/ 292 w 586"/>
              <a:gd name="T13" fmla="*/ 0 h 585"/>
              <a:gd name="T14" fmla="*/ 292 w 586"/>
              <a:gd name="T15" fmla="*/ 0 h 585"/>
              <a:gd name="T16" fmla="*/ 585 w 586"/>
              <a:gd name="T17" fmla="*/ 292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5">
                <a:moveTo>
                  <a:pt x="585" y="292"/>
                </a:moveTo>
                <a:lnTo>
                  <a:pt x="585" y="292"/>
                </a:lnTo>
                <a:cubicBezTo>
                  <a:pt x="585" y="454"/>
                  <a:pt x="454" y="584"/>
                  <a:pt x="292" y="584"/>
                </a:cubicBezTo>
                <a:lnTo>
                  <a:pt x="292" y="584"/>
                </a:lnTo>
                <a:cubicBezTo>
                  <a:pt x="131" y="584"/>
                  <a:pt x="0" y="454"/>
                  <a:pt x="0" y="292"/>
                </a:cubicBezTo>
                <a:lnTo>
                  <a:pt x="0" y="292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2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62" name="Freeform 435">
            <a:extLst>
              <a:ext uri="{FF2B5EF4-FFF2-40B4-BE49-F238E27FC236}">
                <a16:creationId xmlns:a16="http://schemas.microsoft.com/office/drawing/2014/main" id="{FAC14929-CF36-4B31-6142-1EEAE4F7124B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6515270" y="2493490"/>
            <a:ext cx="154436" cy="154436"/>
          </a:xfrm>
          <a:custGeom>
            <a:avLst/>
            <a:gdLst>
              <a:gd name="T0" fmla="*/ 584 w 585"/>
              <a:gd name="T1" fmla="*/ 292 h 586"/>
              <a:gd name="T2" fmla="*/ 584 w 585"/>
              <a:gd name="T3" fmla="*/ 292 h 586"/>
              <a:gd name="T4" fmla="*/ 292 w 585"/>
              <a:gd name="T5" fmla="*/ 585 h 586"/>
              <a:gd name="T6" fmla="*/ 292 w 585"/>
              <a:gd name="T7" fmla="*/ 585 h 586"/>
              <a:gd name="T8" fmla="*/ 0 w 585"/>
              <a:gd name="T9" fmla="*/ 292 h 586"/>
              <a:gd name="T10" fmla="*/ 0 w 585"/>
              <a:gd name="T11" fmla="*/ 292 h 586"/>
              <a:gd name="T12" fmla="*/ 292 w 585"/>
              <a:gd name="T13" fmla="*/ 0 h 586"/>
              <a:gd name="T14" fmla="*/ 292 w 585"/>
              <a:gd name="T15" fmla="*/ 0 h 586"/>
              <a:gd name="T16" fmla="*/ 584 w 585"/>
              <a:gd name="T17" fmla="*/ 292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5" h="586">
                <a:moveTo>
                  <a:pt x="584" y="292"/>
                </a:moveTo>
                <a:lnTo>
                  <a:pt x="584" y="292"/>
                </a:lnTo>
                <a:cubicBezTo>
                  <a:pt x="584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2"/>
                </a:cubicBezTo>
                <a:lnTo>
                  <a:pt x="0" y="292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4" y="131"/>
                  <a:pt x="584" y="292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63" name="Freeform 436">
            <a:extLst>
              <a:ext uri="{FF2B5EF4-FFF2-40B4-BE49-F238E27FC236}">
                <a16:creationId xmlns:a16="http://schemas.microsoft.com/office/drawing/2014/main" id="{423200AD-EC40-E155-35BD-CFC6D1D75D71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5795125" y="3168280"/>
            <a:ext cx="154436" cy="154434"/>
          </a:xfrm>
          <a:custGeom>
            <a:avLst/>
            <a:gdLst>
              <a:gd name="T0" fmla="*/ 585 w 586"/>
              <a:gd name="T1" fmla="*/ 292 h 586"/>
              <a:gd name="T2" fmla="*/ 585 w 586"/>
              <a:gd name="T3" fmla="*/ 292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2 h 586"/>
              <a:gd name="T10" fmla="*/ 0 w 586"/>
              <a:gd name="T11" fmla="*/ 292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2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2"/>
                </a:moveTo>
                <a:lnTo>
                  <a:pt x="585" y="292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2"/>
                </a:cubicBezTo>
                <a:lnTo>
                  <a:pt x="0" y="292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2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64" name="Freeform 432">
            <a:extLst>
              <a:ext uri="{FF2B5EF4-FFF2-40B4-BE49-F238E27FC236}">
                <a16:creationId xmlns:a16="http://schemas.microsoft.com/office/drawing/2014/main" id="{BAF24533-927D-16A7-81F9-1847433B53FE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4876072" y="4986674"/>
            <a:ext cx="154436" cy="154436"/>
          </a:xfrm>
          <a:custGeom>
            <a:avLst/>
            <a:gdLst>
              <a:gd name="T0" fmla="*/ 585 w 586"/>
              <a:gd name="T1" fmla="*/ 292 h 586"/>
              <a:gd name="T2" fmla="*/ 585 w 586"/>
              <a:gd name="T3" fmla="*/ 292 h 586"/>
              <a:gd name="T4" fmla="*/ 293 w 586"/>
              <a:gd name="T5" fmla="*/ 585 h 586"/>
              <a:gd name="T6" fmla="*/ 293 w 586"/>
              <a:gd name="T7" fmla="*/ 585 h 586"/>
              <a:gd name="T8" fmla="*/ 0 w 586"/>
              <a:gd name="T9" fmla="*/ 292 h 586"/>
              <a:gd name="T10" fmla="*/ 0 w 586"/>
              <a:gd name="T11" fmla="*/ 292 h 586"/>
              <a:gd name="T12" fmla="*/ 293 w 586"/>
              <a:gd name="T13" fmla="*/ 0 h 586"/>
              <a:gd name="T14" fmla="*/ 293 w 586"/>
              <a:gd name="T15" fmla="*/ 0 h 586"/>
              <a:gd name="T16" fmla="*/ 585 w 586"/>
              <a:gd name="T17" fmla="*/ 292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2"/>
                </a:moveTo>
                <a:lnTo>
                  <a:pt x="585" y="292"/>
                </a:lnTo>
                <a:cubicBezTo>
                  <a:pt x="585" y="454"/>
                  <a:pt x="454" y="585"/>
                  <a:pt x="293" y="585"/>
                </a:cubicBezTo>
                <a:lnTo>
                  <a:pt x="293" y="585"/>
                </a:lnTo>
                <a:cubicBezTo>
                  <a:pt x="131" y="585"/>
                  <a:pt x="0" y="454"/>
                  <a:pt x="0" y="292"/>
                </a:cubicBezTo>
                <a:lnTo>
                  <a:pt x="0" y="292"/>
                </a:lnTo>
                <a:cubicBezTo>
                  <a:pt x="0" y="131"/>
                  <a:pt x="131" y="0"/>
                  <a:pt x="293" y="0"/>
                </a:cubicBezTo>
                <a:lnTo>
                  <a:pt x="293" y="0"/>
                </a:lnTo>
                <a:cubicBezTo>
                  <a:pt x="454" y="0"/>
                  <a:pt x="585" y="131"/>
                  <a:pt x="585" y="292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65" name="Freeform 434">
            <a:extLst>
              <a:ext uri="{FF2B5EF4-FFF2-40B4-BE49-F238E27FC236}">
                <a16:creationId xmlns:a16="http://schemas.microsoft.com/office/drawing/2014/main" id="{C1560246-9BF8-5E2E-640F-A069D0436EF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7338183" y="4191574"/>
            <a:ext cx="154436" cy="154436"/>
          </a:xfrm>
          <a:custGeom>
            <a:avLst/>
            <a:gdLst>
              <a:gd name="T0" fmla="*/ 585 w 586"/>
              <a:gd name="T1" fmla="*/ 292 h 585"/>
              <a:gd name="T2" fmla="*/ 585 w 586"/>
              <a:gd name="T3" fmla="*/ 292 h 585"/>
              <a:gd name="T4" fmla="*/ 292 w 586"/>
              <a:gd name="T5" fmla="*/ 584 h 585"/>
              <a:gd name="T6" fmla="*/ 292 w 586"/>
              <a:gd name="T7" fmla="*/ 584 h 585"/>
              <a:gd name="T8" fmla="*/ 0 w 586"/>
              <a:gd name="T9" fmla="*/ 292 h 585"/>
              <a:gd name="T10" fmla="*/ 0 w 586"/>
              <a:gd name="T11" fmla="*/ 292 h 585"/>
              <a:gd name="T12" fmla="*/ 292 w 586"/>
              <a:gd name="T13" fmla="*/ 0 h 585"/>
              <a:gd name="T14" fmla="*/ 292 w 586"/>
              <a:gd name="T15" fmla="*/ 0 h 585"/>
              <a:gd name="T16" fmla="*/ 585 w 586"/>
              <a:gd name="T17" fmla="*/ 292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5">
                <a:moveTo>
                  <a:pt x="585" y="292"/>
                </a:moveTo>
                <a:lnTo>
                  <a:pt x="585" y="292"/>
                </a:lnTo>
                <a:cubicBezTo>
                  <a:pt x="585" y="454"/>
                  <a:pt x="454" y="584"/>
                  <a:pt x="292" y="584"/>
                </a:cubicBezTo>
                <a:lnTo>
                  <a:pt x="292" y="584"/>
                </a:lnTo>
                <a:cubicBezTo>
                  <a:pt x="131" y="584"/>
                  <a:pt x="0" y="454"/>
                  <a:pt x="0" y="292"/>
                </a:cubicBezTo>
                <a:lnTo>
                  <a:pt x="0" y="292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2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4E0B5E93-C637-C3D0-2865-93B58825BF2A}"/>
              </a:ext>
            </a:extLst>
          </p:cNvPr>
          <p:cNvSpPr/>
          <p:nvPr/>
        </p:nvSpPr>
        <p:spPr>
          <a:xfrm>
            <a:off x="407988" y="6275487"/>
            <a:ext cx="11412536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/>
          <a:p>
            <a:pPr>
              <a:spcAft>
                <a:spcPts val="110"/>
              </a:spcAft>
            </a:pPr>
            <a:r>
              <a:rPr lang="en-US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matrices</a:t>
            </a:r>
          </a:p>
        </p:txBody>
      </p:sp>
      <p:pic>
        <p:nvPicPr>
          <p:cNvPr id="2" name="Grafik 1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89E21914-AC22-03D5-9A8D-798183FF33A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22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36793E9-7B1D-6FD4-5379-D7DD91E1186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538" imgH="540" progId="TCLayout.ActiveDocument.1">
                  <p:embed/>
                </p:oleObj>
              </mc:Choice>
              <mc:Fallback>
                <p:oleObj name="think-cell Folie" r:id="rId5" imgW="538" imgH="54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6793E9-7B1D-6FD4-5379-D7DD91E118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Gerade Verbindung 22">
            <a:extLst>
              <a:ext uri="{FF2B5EF4-FFF2-40B4-BE49-F238E27FC236}">
                <a16:creationId xmlns:a16="http://schemas.microsoft.com/office/drawing/2014/main" id="{6FCA5EDE-F80A-296A-D667-60B51EE88584}"/>
              </a:ext>
            </a:extLst>
          </p:cNvPr>
          <p:cNvCxnSpPr>
            <a:cxnSpLocks/>
          </p:cNvCxnSpPr>
          <p:nvPr/>
        </p:nvCxnSpPr>
        <p:spPr bwMode="gray">
          <a:xfrm>
            <a:off x="409277" y="3676227"/>
            <a:ext cx="3638848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platzhalter 13">
            <a:extLst>
              <a:ext uri="{FF2B5EF4-FFF2-40B4-BE49-F238E27FC236}">
                <a16:creationId xmlns:a16="http://schemas.microsoft.com/office/drawing/2014/main" id="{BB32161D-87D1-97AC-0056-F61AFBC58748}"/>
              </a:ext>
            </a:extLst>
          </p:cNvPr>
          <p:cNvSpPr txBox="1">
            <a:spLocks/>
          </p:cNvSpPr>
          <p:nvPr/>
        </p:nvSpPr>
        <p:spPr bwMode="gray">
          <a:xfrm>
            <a:off x="407987" y="3284615"/>
            <a:ext cx="3135541" cy="349702"/>
          </a:xfrm>
          <a:prstGeom prst="rect">
            <a:avLst/>
          </a:prstGeom>
        </p:spPr>
        <p:txBody>
          <a:bodyPr vert="horz" wrap="square" lIns="0" tIns="0" rIns="0" bIns="72000" rtlCol="0" anchor="b">
            <a:spAutoFit/>
          </a:bodyPr>
          <a:lstStyle>
            <a:defPPr>
              <a:defRPr lang="de-DE"/>
            </a:defPPr>
            <a:lvl1pPr marL="0" indent="0">
              <a:lnSpc>
                <a:spcPct val="100000"/>
              </a:lnSpc>
              <a:spcBef>
                <a:spcPts val="400"/>
              </a:spcBef>
              <a:buFont typeface="Arial" pitchFamily="34" charset="0"/>
              <a:buNone/>
              <a:defRPr sz="1300" cap="all">
                <a:solidFill>
                  <a:schemeClr val="tx2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80975" indent="-180975">
              <a:lnSpc>
                <a:spcPct val="95000"/>
              </a:lnSpc>
              <a:spcBef>
                <a:spcPts val="400"/>
              </a:spcBef>
              <a:buFont typeface="Wingdings" pitchFamily="2" charset="2"/>
              <a:buChar char="§"/>
              <a:defRPr sz="1300"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3pPr>
            <a:lvl4pPr marL="534988" indent="-173038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4pPr>
            <a:lvl5pPr marL="715963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r>
              <a:rPr lang="en-US" sz="1800" cap="none" dirty="0">
                <a:solidFill>
                  <a:schemeClr val="tx1"/>
                </a:solidFill>
              </a:rPr>
              <a:t>Sample text</a:t>
            </a:r>
          </a:p>
        </p:txBody>
      </p:sp>
      <p:sp>
        <p:nvSpPr>
          <p:cNvPr id="71" name="Rechteck 153">
            <a:extLst>
              <a:ext uri="{FF2B5EF4-FFF2-40B4-BE49-F238E27FC236}">
                <a16:creationId xmlns:a16="http://schemas.microsoft.com/office/drawing/2014/main" id="{CC58CE57-2943-33C8-1C05-029F79B21F88}"/>
              </a:ext>
            </a:extLst>
          </p:cNvPr>
          <p:cNvSpPr>
            <a:spLocks/>
          </p:cNvSpPr>
          <p:nvPr/>
        </p:nvSpPr>
        <p:spPr>
          <a:xfrm flipH="1">
            <a:off x="407987" y="3718137"/>
            <a:ext cx="3135541" cy="61264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08000" rIns="0" bIns="72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400" dirty="0">
                <a:solidFill>
                  <a:schemeClr val="tx1"/>
                </a:solidFill>
              </a:rPr>
              <a:t>Lorem ipsum dolor sit </a:t>
            </a:r>
            <a:r>
              <a:rPr lang="en-US" sz="1400" dirty="0" err="1">
                <a:solidFill>
                  <a:schemeClr val="tx1"/>
                </a:solidFill>
              </a:rPr>
              <a:t>amet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 err="1">
                <a:solidFill>
                  <a:schemeClr val="tx1"/>
                </a:solidFill>
              </a:rPr>
              <a:t>consectetur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adipiscing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elit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tempor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78" name="Gerade Verbindung 22">
            <a:extLst>
              <a:ext uri="{FF2B5EF4-FFF2-40B4-BE49-F238E27FC236}">
                <a16:creationId xmlns:a16="http://schemas.microsoft.com/office/drawing/2014/main" id="{5CB0ADAD-B51B-D764-771F-6903DDC3A4D3}"/>
              </a:ext>
            </a:extLst>
          </p:cNvPr>
          <p:cNvCxnSpPr>
            <a:cxnSpLocks/>
          </p:cNvCxnSpPr>
          <p:nvPr/>
        </p:nvCxnSpPr>
        <p:spPr bwMode="gray">
          <a:xfrm flipH="1">
            <a:off x="8180386" y="3676227"/>
            <a:ext cx="3638848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platzhalter 13">
            <a:extLst>
              <a:ext uri="{FF2B5EF4-FFF2-40B4-BE49-F238E27FC236}">
                <a16:creationId xmlns:a16="http://schemas.microsoft.com/office/drawing/2014/main" id="{59386B26-AE3F-E7D7-9B55-30C46E473D53}"/>
              </a:ext>
            </a:extLst>
          </p:cNvPr>
          <p:cNvSpPr txBox="1">
            <a:spLocks/>
          </p:cNvSpPr>
          <p:nvPr/>
        </p:nvSpPr>
        <p:spPr bwMode="gray">
          <a:xfrm flipH="1">
            <a:off x="8684983" y="3284615"/>
            <a:ext cx="3135541" cy="349702"/>
          </a:xfrm>
          <a:prstGeom prst="rect">
            <a:avLst/>
          </a:prstGeom>
        </p:spPr>
        <p:txBody>
          <a:bodyPr vert="horz" wrap="square" lIns="0" tIns="0" rIns="0" bIns="72000" rtlCol="0" anchor="b">
            <a:spAutoFit/>
          </a:bodyPr>
          <a:lstStyle>
            <a:defPPr>
              <a:defRPr lang="de-DE"/>
            </a:defPPr>
            <a:lvl1pPr marL="0" indent="0">
              <a:lnSpc>
                <a:spcPct val="100000"/>
              </a:lnSpc>
              <a:spcBef>
                <a:spcPts val="400"/>
              </a:spcBef>
              <a:buFont typeface="Arial" pitchFamily="34" charset="0"/>
              <a:buNone/>
              <a:defRPr sz="1300" cap="all">
                <a:solidFill>
                  <a:schemeClr val="tx2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80975" indent="-180975">
              <a:lnSpc>
                <a:spcPct val="95000"/>
              </a:lnSpc>
              <a:spcBef>
                <a:spcPts val="400"/>
              </a:spcBef>
              <a:buFont typeface="Wingdings" pitchFamily="2" charset="2"/>
              <a:buChar char="§"/>
              <a:defRPr sz="1300"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3pPr>
            <a:lvl4pPr marL="534988" indent="-173038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4pPr>
            <a:lvl5pPr marL="715963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algn="r"/>
            <a:r>
              <a:rPr lang="en-US" sz="1800" cap="none" dirty="0">
                <a:solidFill>
                  <a:schemeClr val="tx1"/>
                </a:solidFill>
              </a:rPr>
              <a:t>Sample text</a:t>
            </a:r>
          </a:p>
        </p:txBody>
      </p:sp>
      <p:sp>
        <p:nvSpPr>
          <p:cNvPr id="80" name="Rechteck 153">
            <a:extLst>
              <a:ext uri="{FF2B5EF4-FFF2-40B4-BE49-F238E27FC236}">
                <a16:creationId xmlns:a16="http://schemas.microsoft.com/office/drawing/2014/main" id="{EC61E2DE-B895-843A-BC24-CB532C1041B6}"/>
              </a:ext>
            </a:extLst>
          </p:cNvPr>
          <p:cNvSpPr>
            <a:spLocks/>
          </p:cNvSpPr>
          <p:nvPr/>
        </p:nvSpPr>
        <p:spPr>
          <a:xfrm>
            <a:off x="8684983" y="3718137"/>
            <a:ext cx="3135541" cy="61264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08000" rIns="0" bIns="72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400">
                <a:solidFill>
                  <a:schemeClr val="tx1"/>
                </a:solidFill>
              </a:rPr>
              <a:t>Lorem ipsum dolor sit </a:t>
            </a:r>
            <a:r>
              <a:rPr lang="en-US" sz="1400" err="1">
                <a:solidFill>
                  <a:schemeClr val="tx1"/>
                </a:solidFill>
              </a:rPr>
              <a:t>amet</a:t>
            </a:r>
            <a:r>
              <a:rPr lang="en-US" sz="1400">
                <a:solidFill>
                  <a:schemeClr val="tx1"/>
                </a:solidFill>
              </a:rPr>
              <a:t>, 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 err="1">
                <a:solidFill>
                  <a:schemeClr val="tx1"/>
                </a:solidFill>
              </a:rPr>
              <a:t>consectetur</a:t>
            </a:r>
            <a:r>
              <a:rPr lang="en-US" sz="1400">
                <a:solidFill>
                  <a:schemeClr val="tx1"/>
                </a:solidFill>
              </a:rPr>
              <a:t> </a:t>
            </a:r>
            <a:r>
              <a:rPr lang="en-US" sz="1400" err="1">
                <a:solidFill>
                  <a:schemeClr val="tx1"/>
                </a:solidFill>
              </a:rPr>
              <a:t>adipiscing</a:t>
            </a:r>
            <a:r>
              <a:rPr lang="en-US" sz="1400">
                <a:solidFill>
                  <a:schemeClr val="tx1"/>
                </a:solidFill>
              </a:rPr>
              <a:t> </a:t>
            </a:r>
            <a:r>
              <a:rPr lang="en-US" sz="1400" err="1">
                <a:solidFill>
                  <a:schemeClr val="tx1"/>
                </a:solidFill>
              </a:rPr>
              <a:t>elit</a:t>
            </a:r>
            <a:r>
              <a:rPr lang="en-US" sz="1400">
                <a:solidFill>
                  <a:schemeClr val="tx1"/>
                </a:solidFill>
              </a:rPr>
              <a:t> </a:t>
            </a:r>
            <a:r>
              <a:rPr lang="en-US" sz="1400" err="1">
                <a:solidFill>
                  <a:schemeClr val="tx1"/>
                </a:solidFill>
              </a:rPr>
              <a:t>tempor</a:t>
            </a:r>
            <a:r>
              <a:rPr lang="en-US" sz="140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59" name="Gerade Verbindung 22">
            <a:extLst>
              <a:ext uri="{FF2B5EF4-FFF2-40B4-BE49-F238E27FC236}">
                <a16:creationId xmlns:a16="http://schemas.microsoft.com/office/drawing/2014/main" id="{2DEC4FE8-185B-F190-C66D-DB70A2E33A2F}"/>
              </a:ext>
            </a:extLst>
          </p:cNvPr>
          <p:cNvCxnSpPr>
            <a:cxnSpLocks/>
          </p:cNvCxnSpPr>
          <p:nvPr/>
        </p:nvCxnSpPr>
        <p:spPr bwMode="gray">
          <a:xfrm flipH="1">
            <a:off x="6878474" y="5403504"/>
            <a:ext cx="4940760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platzhalter 13">
            <a:extLst>
              <a:ext uri="{FF2B5EF4-FFF2-40B4-BE49-F238E27FC236}">
                <a16:creationId xmlns:a16="http://schemas.microsoft.com/office/drawing/2014/main" id="{68E01678-C0CB-880F-E519-DF63F890E464}"/>
              </a:ext>
            </a:extLst>
          </p:cNvPr>
          <p:cNvSpPr txBox="1">
            <a:spLocks/>
          </p:cNvSpPr>
          <p:nvPr/>
        </p:nvSpPr>
        <p:spPr bwMode="gray">
          <a:xfrm flipH="1">
            <a:off x="8684983" y="5011892"/>
            <a:ext cx="3135541" cy="349702"/>
          </a:xfrm>
          <a:prstGeom prst="rect">
            <a:avLst/>
          </a:prstGeom>
        </p:spPr>
        <p:txBody>
          <a:bodyPr vert="horz" wrap="square" lIns="0" tIns="0" rIns="0" bIns="72000" rtlCol="0" anchor="b">
            <a:spAutoFit/>
          </a:bodyPr>
          <a:lstStyle>
            <a:defPPr>
              <a:defRPr lang="de-DE"/>
            </a:defPPr>
            <a:lvl1pPr marL="0" indent="0">
              <a:lnSpc>
                <a:spcPct val="100000"/>
              </a:lnSpc>
              <a:spcBef>
                <a:spcPts val="400"/>
              </a:spcBef>
              <a:buFont typeface="Arial" pitchFamily="34" charset="0"/>
              <a:buNone/>
              <a:defRPr sz="1300" cap="all">
                <a:solidFill>
                  <a:schemeClr val="tx2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80975" indent="-180975">
              <a:lnSpc>
                <a:spcPct val="95000"/>
              </a:lnSpc>
              <a:spcBef>
                <a:spcPts val="400"/>
              </a:spcBef>
              <a:buFont typeface="Wingdings" pitchFamily="2" charset="2"/>
              <a:buChar char="§"/>
              <a:defRPr sz="1300"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3pPr>
            <a:lvl4pPr marL="534988" indent="-173038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4pPr>
            <a:lvl5pPr marL="715963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algn="r"/>
            <a:r>
              <a:rPr lang="en-US" sz="1800" cap="none" dirty="0">
                <a:solidFill>
                  <a:schemeClr val="tx1"/>
                </a:solidFill>
              </a:rPr>
              <a:t>Sample text</a:t>
            </a:r>
          </a:p>
        </p:txBody>
      </p:sp>
      <p:sp>
        <p:nvSpPr>
          <p:cNvPr id="61" name="Rechteck 153">
            <a:extLst>
              <a:ext uri="{FF2B5EF4-FFF2-40B4-BE49-F238E27FC236}">
                <a16:creationId xmlns:a16="http://schemas.microsoft.com/office/drawing/2014/main" id="{0EB1FDF2-3A77-605C-1612-B9D335700620}"/>
              </a:ext>
            </a:extLst>
          </p:cNvPr>
          <p:cNvSpPr>
            <a:spLocks/>
          </p:cNvSpPr>
          <p:nvPr/>
        </p:nvSpPr>
        <p:spPr>
          <a:xfrm>
            <a:off x="8684983" y="5445414"/>
            <a:ext cx="3135541" cy="61264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08000" rIns="0" bIns="72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400" dirty="0">
                <a:solidFill>
                  <a:schemeClr val="tx1"/>
                </a:solidFill>
              </a:rPr>
              <a:t>Lorem ipsum dolor sit </a:t>
            </a:r>
            <a:r>
              <a:rPr lang="en-US" sz="1400" dirty="0" err="1">
                <a:solidFill>
                  <a:schemeClr val="tx1"/>
                </a:solidFill>
              </a:rPr>
              <a:t>amet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 err="1">
                <a:solidFill>
                  <a:schemeClr val="tx1"/>
                </a:solidFill>
              </a:rPr>
              <a:t>consectetur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adipiscing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elit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tempor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5DFCB21-4FB1-D05A-0309-0658400042E2}"/>
              </a:ext>
            </a:extLst>
          </p:cNvPr>
          <p:cNvGrpSpPr/>
          <p:nvPr/>
        </p:nvGrpSpPr>
        <p:grpSpPr>
          <a:xfrm>
            <a:off x="407987" y="5011892"/>
            <a:ext cx="4942050" cy="1046167"/>
            <a:chOff x="407987" y="5011892"/>
            <a:chExt cx="4942050" cy="1046167"/>
          </a:xfrm>
        </p:grpSpPr>
        <p:cxnSp>
          <p:nvCxnSpPr>
            <p:cNvPr id="63" name="Gerade Verbindung 22">
              <a:extLst>
                <a:ext uri="{FF2B5EF4-FFF2-40B4-BE49-F238E27FC236}">
                  <a16:creationId xmlns:a16="http://schemas.microsoft.com/office/drawing/2014/main" id="{328FD6A2-D06A-3E35-9610-20CFC7CBFA78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09277" y="5403504"/>
              <a:ext cx="4940760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platzhalter 13">
              <a:extLst>
                <a:ext uri="{FF2B5EF4-FFF2-40B4-BE49-F238E27FC236}">
                  <a16:creationId xmlns:a16="http://schemas.microsoft.com/office/drawing/2014/main" id="{1F575F0A-20FB-6C3A-45A7-86C3C6FFD58B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07987" y="5011892"/>
              <a:ext cx="3135541" cy="349702"/>
            </a:xfrm>
            <a:prstGeom prst="rect">
              <a:avLst/>
            </a:prstGeom>
          </p:spPr>
          <p:txBody>
            <a:bodyPr vert="horz" wrap="square" lIns="0" tIns="0" rIns="0" bIns="72000" rtlCol="0" anchor="b">
              <a:spAutoFit/>
            </a:bodyPr>
            <a:lstStyle>
              <a:defPPr>
                <a:defRPr lang="de-DE"/>
              </a:defPPr>
              <a:lvl1pPr marL="0" indent="0">
                <a:lnSpc>
                  <a:spcPct val="100000"/>
                </a:lnSpc>
                <a:spcBef>
                  <a:spcPts val="400"/>
                </a:spcBef>
                <a:buFont typeface="Arial" pitchFamily="34" charset="0"/>
                <a:buNone/>
                <a:defRPr sz="1300" cap="all">
                  <a:solidFill>
                    <a:schemeClr val="tx2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1pPr>
              <a:lvl2pPr marL="180975" indent="-180975">
                <a:lnSpc>
                  <a:spcPct val="95000"/>
                </a:lnSpc>
                <a:spcBef>
                  <a:spcPts val="400"/>
                </a:spcBef>
                <a:buFont typeface="Wingdings" pitchFamily="2" charset="2"/>
                <a:buChar char="§"/>
                <a:defRPr sz="1300">
                  <a:latin typeface="+mn-lt"/>
                  <a:ea typeface="Verdana" pitchFamily="34" charset="0"/>
                  <a:cs typeface="Verdana" pitchFamily="34" charset="0"/>
                </a:defRPr>
              </a:lvl2pPr>
              <a:lvl3pPr marL="361950" indent="-180975">
                <a:lnSpc>
                  <a:spcPct val="95000"/>
                </a:lnSpc>
                <a:spcBef>
                  <a:spcPts val="400"/>
                </a:spcBef>
                <a:buFont typeface="Arial" pitchFamily="34" charset="0"/>
                <a:buChar char="̵"/>
                <a:defRPr sz="1300">
                  <a:latin typeface="+mn-lt"/>
                  <a:ea typeface="Verdana" pitchFamily="34" charset="0"/>
                  <a:cs typeface="Verdana" pitchFamily="34" charset="0"/>
                </a:defRPr>
              </a:lvl3pPr>
              <a:lvl4pPr marL="534988" indent="-173038">
                <a:lnSpc>
                  <a:spcPct val="95000"/>
                </a:lnSpc>
                <a:spcBef>
                  <a:spcPts val="400"/>
                </a:spcBef>
                <a:buFont typeface="Arial" pitchFamily="34" charset="0"/>
                <a:buChar char="̵"/>
                <a:defRPr sz="1300">
                  <a:latin typeface="+mn-lt"/>
                  <a:ea typeface="Verdana" pitchFamily="34" charset="0"/>
                  <a:cs typeface="Verdana" pitchFamily="34" charset="0"/>
                </a:defRPr>
              </a:lvl4pPr>
              <a:lvl5pPr marL="715963" indent="-180975">
                <a:lnSpc>
                  <a:spcPct val="95000"/>
                </a:lnSpc>
                <a:spcBef>
                  <a:spcPts val="400"/>
                </a:spcBef>
                <a:buFont typeface="Arial" pitchFamily="34" charset="0"/>
                <a:buChar char="̵"/>
                <a:defRPr sz="1300">
                  <a:latin typeface="+mn-lt"/>
                  <a:ea typeface="Verdana" pitchFamily="34" charset="0"/>
                  <a:cs typeface="Verdana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+mn-lt"/>
                </a:defRPr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+mn-lt"/>
                </a:defRPr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+mn-lt"/>
                </a:defRPr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+mn-lt"/>
                </a:defRPr>
              </a:lvl9pPr>
            </a:lstStyle>
            <a:p>
              <a:r>
                <a:rPr lang="en-US" sz="1800" cap="none" dirty="0">
                  <a:solidFill>
                    <a:schemeClr val="tx1"/>
                  </a:solidFill>
                </a:rPr>
                <a:t>Sample text</a:t>
              </a:r>
            </a:p>
          </p:txBody>
        </p:sp>
        <p:sp>
          <p:nvSpPr>
            <p:cNvPr id="65" name="Rechteck 153">
              <a:extLst>
                <a:ext uri="{FF2B5EF4-FFF2-40B4-BE49-F238E27FC236}">
                  <a16:creationId xmlns:a16="http://schemas.microsoft.com/office/drawing/2014/main" id="{6F5DC4E0-0CB1-0D0D-24A7-51478B4F99EA}"/>
                </a:ext>
              </a:extLst>
            </p:cNvPr>
            <p:cNvSpPr>
              <a:spLocks/>
            </p:cNvSpPr>
            <p:nvPr/>
          </p:nvSpPr>
          <p:spPr>
            <a:xfrm flipH="1">
              <a:off x="407987" y="5445414"/>
              <a:ext cx="3135541" cy="612645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08000" rIns="0" bIns="720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spcAft>
                  <a:spcPts val="600"/>
                </a:spcAft>
                <a:defRPr/>
              </a:pPr>
              <a:r>
                <a:rPr lang="en-US" sz="1400">
                  <a:solidFill>
                    <a:schemeClr val="tx1"/>
                  </a:solidFill>
                </a:rPr>
                <a:t>Lorem ipsum dolor sit </a:t>
              </a:r>
              <a:r>
                <a:rPr lang="en-US" sz="1400" err="1">
                  <a:solidFill>
                    <a:schemeClr val="tx1"/>
                  </a:solidFill>
                </a:rPr>
                <a:t>amet</a:t>
              </a:r>
              <a:r>
                <a:rPr lang="en-US" sz="1400">
                  <a:solidFill>
                    <a:schemeClr val="tx1"/>
                  </a:solidFill>
                </a:rPr>
                <a:t>, </a:t>
              </a:r>
              <a:br>
                <a:rPr lang="en-US" sz="1400">
                  <a:solidFill>
                    <a:schemeClr val="tx1"/>
                  </a:solidFill>
                </a:rPr>
              </a:br>
              <a:r>
                <a:rPr lang="en-US" sz="1400" err="1">
                  <a:solidFill>
                    <a:schemeClr val="tx1"/>
                  </a:solidFill>
                </a:rPr>
                <a:t>consectetur</a:t>
              </a:r>
              <a:r>
                <a:rPr lang="en-US" sz="1400">
                  <a:solidFill>
                    <a:schemeClr val="tx1"/>
                  </a:solidFill>
                </a:rPr>
                <a:t> </a:t>
              </a:r>
              <a:r>
                <a:rPr lang="en-US" sz="1400" err="1">
                  <a:solidFill>
                    <a:schemeClr val="tx1"/>
                  </a:solidFill>
                </a:rPr>
                <a:t>adipiscing</a:t>
              </a:r>
              <a:r>
                <a:rPr lang="en-US" sz="1400">
                  <a:solidFill>
                    <a:schemeClr val="tx1"/>
                  </a:solidFill>
                </a:rPr>
                <a:t> </a:t>
              </a:r>
              <a:r>
                <a:rPr lang="en-US" sz="1400" err="1">
                  <a:solidFill>
                    <a:schemeClr val="tx1"/>
                  </a:solidFill>
                </a:rPr>
                <a:t>elit</a:t>
              </a:r>
              <a:r>
                <a:rPr lang="en-US" sz="1400">
                  <a:solidFill>
                    <a:schemeClr val="tx1"/>
                  </a:solidFill>
                </a:rPr>
                <a:t> </a:t>
              </a:r>
              <a:r>
                <a:rPr lang="en-US" sz="1400" err="1">
                  <a:solidFill>
                    <a:schemeClr val="tx1"/>
                  </a:solidFill>
                </a:rPr>
                <a:t>tempor</a:t>
              </a:r>
              <a:r>
                <a:rPr lang="en-US" sz="1400">
                  <a:solidFill>
                    <a:schemeClr val="tx1"/>
                  </a:solidFill>
                </a:rPr>
                <a:t> </a:t>
              </a:r>
            </a:p>
          </p:txBody>
        </p:sp>
      </p:grpSp>
      <p:cxnSp>
        <p:nvCxnSpPr>
          <p:cNvPr id="55" name="Gerade Verbindung 22">
            <a:extLst>
              <a:ext uri="{FF2B5EF4-FFF2-40B4-BE49-F238E27FC236}">
                <a16:creationId xmlns:a16="http://schemas.microsoft.com/office/drawing/2014/main" id="{586C1FF7-FD07-72FF-52ED-5E46A68DC6A6}"/>
              </a:ext>
            </a:extLst>
          </p:cNvPr>
          <p:cNvCxnSpPr>
            <a:cxnSpLocks/>
          </p:cNvCxnSpPr>
          <p:nvPr/>
        </p:nvCxnSpPr>
        <p:spPr bwMode="gray">
          <a:xfrm flipH="1">
            <a:off x="6878474" y="1948950"/>
            <a:ext cx="4940760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platzhalter 13">
            <a:extLst>
              <a:ext uri="{FF2B5EF4-FFF2-40B4-BE49-F238E27FC236}">
                <a16:creationId xmlns:a16="http://schemas.microsoft.com/office/drawing/2014/main" id="{8176DC21-380D-CE58-6D3D-6A544A29BA2D}"/>
              </a:ext>
            </a:extLst>
          </p:cNvPr>
          <p:cNvSpPr txBox="1">
            <a:spLocks/>
          </p:cNvSpPr>
          <p:nvPr/>
        </p:nvSpPr>
        <p:spPr bwMode="gray">
          <a:xfrm flipH="1">
            <a:off x="8684983" y="1557338"/>
            <a:ext cx="3135541" cy="349702"/>
          </a:xfrm>
          <a:prstGeom prst="rect">
            <a:avLst/>
          </a:prstGeom>
        </p:spPr>
        <p:txBody>
          <a:bodyPr vert="horz" wrap="square" lIns="0" tIns="0" rIns="0" bIns="72000" rtlCol="0" anchor="b">
            <a:spAutoFit/>
          </a:bodyPr>
          <a:lstStyle>
            <a:defPPr>
              <a:defRPr lang="de-DE"/>
            </a:defPPr>
            <a:lvl1pPr marL="0" indent="0">
              <a:lnSpc>
                <a:spcPct val="100000"/>
              </a:lnSpc>
              <a:spcBef>
                <a:spcPts val="400"/>
              </a:spcBef>
              <a:buFont typeface="Arial" pitchFamily="34" charset="0"/>
              <a:buNone/>
              <a:defRPr sz="1300" cap="all">
                <a:solidFill>
                  <a:schemeClr val="tx2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80975" indent="-180975">
              <a:lnSpc>
                <a:spcPct val="95000"/>
              </a:lnSpc>
              <a:spcBef>
                <a:spcPts val="400"/>
              </a:spcBef>
              <a:buFont typeface="Wingdings" pitchFamily="2" charset="2"/>
              <a:buChar char="§"/>
              <a:defRPr sz="1300"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3pPr>
            <a:lvl4pPr marL="534988" indent="-173038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4pPr>
            <a:lvl5pPr marL="715963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algn="r"/>
            <a:r>
              <a:rPr lang="en-US" sz="1800" cap="none" dirty="0">
                <a:solidFill>
                  <a:schemeClr val="tx1"/>
                </a:solidFill>
              </a:rPr>
              <a:t>Sample text</a:t>
            </a:r>
          </a:p>
        </p:txBody>
      </p:sp>
      <p:sp>
        <p:nvSpPr>
          <p:cNvPr id="57" name="Rechteck 153">
            <a:extLst>
              <a:ext uri="{FF2B5EF4-FFF2-40B4-BE49-F238E27FC236}">
                <a16:creationId xmlns:a16="http://schemas.microsoft.com/office/drawing/2014/main" id="{77B0AD7B-F313-F4A7-5719-C5C9CA8615F9}"/>
              </a:ext>
            </a:extLst>
          </p:cNvPr>
          <p:cNvSpPr>
            <a:spLocks/>
          </p:cNvSpPr>
          <p:nvPr/>
        </p:nvSpPr>
        <p:spPr>
          <a:xfrm>
            <a:off x="8684983" y="1990860"/>
            <a:ext cx="3135541" cy="61264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08000" rIns="0" bIns="72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400">
                <a:solidFill>
                  <a:schemeClr val="tx1"/>
                </a:solidFill>
              </a:rPr>
              <a:t>Lorem ipsum dolor sit </a:t>
            </a:r>
            <a:r>
              <a:rPr lang="en-US" sz="1400" err="1">
                <a:solidFill>
                  <a:schemeClr val="tx1"/>
                </a:solidFill>
              </a:rPr>
              <a:t>amet</a:t>
            </a:r>
            <a:r>
              <a:rPr lang="en-US" sz="1400">
                <a:solidFill>
                  <a:schemeClr val="tx1"/>
                </a:solidFill>
              </a:rPr>
              <a:t>, 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 err="1">
                <a:solidFill>
                  <a:schemeClr val="tx1"/>
                </a:solidFill>
              </a:rPr>
              <a:t>consectetur</a:t>
            </a:r>
            <a:r>
              <a:rPr lang="en-US" sz="1400">
                <a:solidFill>
                  <a:schemeClr val="tx1"/>
                </a:solidFill>
              </a:rPr>
              <a:t> </a:t>
            </a:r>
            <a:r>
              <a:rPr lang="en-US" sz="1400" err="1">
                <a:solidFill>
                  <a:schemeClr val="tx1"/>
                </a:solidFill>
              </a:rPr>
              <a:t>adipiscing</a:t>
            </a:r>
            <a:r>
              <a:rPr lang="en-US" sz="1400">
                <a:solidFill>
                  <a:schemeClr val="tx1"/>
                </a:solidFill>
              </a:rPr>
              <a:t> </a:t>
            </a:r>
            <a:r>
              <a:rPr lang="en-US" sz="1400" err="1">
                <a:solidFill>
                  <a:schemeClr val="tx1"/>
                </a:solidFill>
              </a:rPr>
              <a:t>elit</a:t>
            </a:r>
            <a:r>
              <a:rPr lang="en-US" sz="1400">
                <a:solidFill>
                  <a:schemeClr val="tx1"/>
                </a:solidFill>
              </a:rPr>
              <a:t> </a:t>
            </a:r>
            <a:r>
              <a:rPr lang="en-US" sz="1400" err="1">
                <a:solidFill>
                  <a:schemeClr val="tx1"/>
                </a:solidFill>
              </a:rPr>
              <a:t>tempor</a:t>
            </a:r>
            <a:r>
              <a:rPr lang="en-US" sz="140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49" name="Gerade Verbindung 22">
            <a:extLst>
              <a:ext uri="{FF2B5EF4-FFF2-40B4-BE49-F238E27FC236}">
                <a16:creationId xmlns:a16="http://schemas.microsoft.com/office/drawing/2014/main" id="{80E62D8E-CB17-DF46-CB85-78894169005B}"/>
              </a:ext>
            </a:extLst>
          </p:cNvPr>
          <p:cNvCxnSpPr>
            <a:cxnSpLocks/>
          </p:cNvCxnSpPr>
          <p:nvPr/>
        </p:nvCxnSpPr>
        <p:spPr bwMode="gray">
          <a:xfrm>
            <a:off x="409277" y="1948950"/>
            <a:ext cx="4940760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platzhalter 13">
            <a:extLst>
              <a:ext uri="{FF2B5EF4-FFF2-40B4-BE49-F238E27FC236}">
                <a16:creationId xmlns:a16="http://schemas.microsoft.com/office/drawing/2014/main" id="{4F594E02-9E7C-21F4-9683-CAA1AD6F4311}"/>
              </a:ext>
            </a:extLst>
          </p:cNvPr>
          <p:cNvSpPr txBox="1">
            <a:spLocks/>
          </p:cNvSpPr>
          <p:nvPr/>
        </p:nvSpPr>
        <p:spPr bwMode="gray">
          <a:xfrm>
            <a:off x="407987" y="1557338"/>
            <a:ext cx="3135541" cy="349702"/>
          </a:xfrm>
          <a:prstGeom prst="rect">
            <a:avLst/>
          </a:prstGeom>
        </p:spPr>
        <p:txBody>
          <a:bodyPr vert="horz" wrap="square" lIns="0" tIns="0" rIns="0" bIns="72000" rtlCol="0" anchor="b">
            <a:spAutoFit/>
          </a:bodyPr>
          <a:lstStyle>
            <a:defPPr>
              <a:defRPr lang="de-DE"/>
            </a:defPPr>
            <a:lvl1pPr marL="0" indent="0">
              <a:lnSpc>
                <a:spcPct val="100000"/>
              </a:lnSpc>
              <a:spcBef>
                <a:spcPts val="400"/>
              </a:spcBef>
              <a:buFont typeface="Arial" pitchFamily="34" charset="0"/>
              <a:buNone/>
              <a:defRPr sz="1300" cap="all">
                <a:solidFill>
                  <a:schemeClr val="tx2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80975" indent="-180975">
              <a:lnSpc>
                <a:spcPct val="95000"/>
              </a:lnSpc>
              <a:spcBef>
                <a:spcPts val="400"/>
              </a:spcBef>
              <a:buFont typeface="Wingdings" pitchFamily="2" charset="2"/>
              <a:buChar char="§"/>
              <a:defRPr sz="1300"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3pPr>
            <a:lvl4pPr marL="534988" indent="-173038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4pPr>
            <a:lvl5pPr marL="715963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r>
              <a:rPr lang="en-US" sz="1800" cap="none" dirty="0">
                <a:solidFill>
                  <a:schemeClr val="tx1"/>
                </a:solidFill>
              </a:rPr>
              <a:t>Sample text</a:t>
            </a:r>
          </a:p>
        </p:txBody>
      </p:sp>
      <p:sp>
        <p:nvSpPr>
          <p:cNvPr id="51" name="Rechteck 153">
            <a:extLst>
              <a:ext uri="{FF2B5EF4-FFF2-40B4-BE49-F238E27FC236}">
                <a16:creationId xmlns:a16="http://schemas.microsoft.com/office/drawing/2014/main" id="{26EAF4A9-C508-B008-1E37-0CA21D1348CC}"/>
              </a:ext>
            </a:extLst>
          </p:cNvPr>
          <p:cNvSpPr>
            <a:spLocks/>
          </p:cNvSpPr>
          <p:nvPr/>
        </p:nvSpPr>
        <p:spPr>
          <a:xfrm flipH="1">
            <a:off x="407987" y="1990860"/>
            <a:ext cx="3135541" cy="61264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08000" rIns="0" bIns="72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400" dirty="0">
                <a:solidFill>
                  <a:schemeClr val="tx1"/>
                </a:solidFill>
              </a:rPr>
              <a:t>Lorem ipsum dolor sit </a:t>
            </a:r>
            <a:r>
              <a:rPr lang="en-US" sz="1400" dirty="0" err="1">
                <a:solidFill>
                  <a:schemeClr val="tx1"/>
                </a:solidFill>
              </a:rPr>
              <a:t>amet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 err="1">
                <a:solidFill>
                  <a:schemeClr val="tx1"/>
                </a:solidFill>
              </a:rPr>
              <a:t>consectetur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adipiscing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elit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tempor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Honeycomb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202190D8-C216-6AE5-8CB3-0E2D6DF72842}"/>
              </a:ext>
            </a:extLst>
          </p:cNvPr>
          <p:cNvSpPr/>
          <p:nvPr/>
        </p:nvSpPr>
        <p:spPr>
          <a:xfrm>
            <a:off x="407988" y="6275487"/>
            <a:ext cx="1224694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Bef>
                <a:spcPct val="10000"/>
              </a:spcBef>
              <a:spcAft>
                <a:spcPts val="110"/>
              </a:spcAft>
            </a:pPr>
            <a:r>
              <a:rPr lang="en-US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honeycombs</a:t>
            </a:r>
          </a:p>
        </p:txBody>
      </p:sp>
      <p:sp>
        <p:nvSpPr>
          <p:cNvPr id="41" name="Freihandform: Form 142">
            <a:extLst>
              <a:ext uri="{FF2B5EF4-FFF2-40B4-BE49-F238E27FC236}">
                <a16:creationId xmlns:a16="http://schemas.microsoft.com/office/drawing/2014/main" id="{3187D027-8521-0253-4657-DD46879B6856}"/>
              </a:ext>
            </a:extLst>
          </p:cNvPr>
          <p:cNvSpPr>
            <a:spLocks/>
          </p:cNvSpPr>
          <p:nvPr/>
        </p:nvSpPr>
        <p:spPr>
          <a:xfrm>
            <a:off x="6114336" y="4253319"/>
            <a:ext cx="1567828" cy="1804582"/>
          </a:xfrm>
          <a:custGeom>
            <a:avLst/>
            <a:gdLst>
              <a:gd name="connsiteX0" fmla="*/ 698863 w 698862"/>
              <a:gd name="connsiteY0" fmla="*/ 605199 h 806978"/>
              <a:gd name="connsiteX1" fmla="*/ 698863 w 698862"/>
              <a:gd name="connsiteY1" fmla="*/ 201710 h 806978"/>
              <a:gd name="connsiteX2" fmla="*/ 349431 w 698862"/>
              <a:gd name="connsiteY2" fmla="*/ 0 h 806978"/>
              <a:gd name="connsiteX3" fmla="*/ 0 w 698862"/>
              <a:gd name="connsiteY3" fmla="*/ 201710 h 806978"/>
              <a:gd name="connsiteX4" fmla="*/ 0 w 698862"/>
              <a:gd name="connsiteY4" fmla="*/ 605199 h 806978"/>
              <a:gd name="connsiteX5" fmla="*/ 349431 w 698862"/>
              <a:gd name="connsiteY5" fmla="*/ 806979 h 806978"/>
              <a:gd name="connsiteX6" fmla="*/ 698863 w 698862"/>
              <a:gd name="connsiteY6" fmla="*/ 605199 h 80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862" h="806978">
                <a:moveTo>
                  <a:pt x="698863" y="605199"/>
                </a:moveTo>
                <a:lnTo>
                  <a:pt x="698863" y="201710"/>
                </a:lnTo>
                <a:lnTo>
                  <a:pt x="349431" y="0"/>
                </a:lnTo>
                <a:lnTo>
                  <a:pt x="0" y="201710"/>
                </a:lnTo>
                <a:lnTo>
                  <a:pt x="0" y="605199"/>
                </a:lnTo>
                <a:lnTo>
                  <a:pt x="349431" y="806979"/>
                </a:lnTo>
                <a:lnTo>
                  <a:pt x="698863" y="605199"/>
                </a:lnTo>
                <a:close/>
              </a:path>
            </a:pathLst>
          </a:custGeom>
          <a:solidFill>
            <a:schemeClr val="bg2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3200" b="1">
                <a:solidFill>
                  <a:schemeClr val="accent1"/>
                </a:solidFill>
              </a:rPr>
              <a:t>03</a:t>
            </a:r>
          </a:p>
        </p:txBody>
      </p:sp>
      <p:sp>
        <p:nvSpPr>
          <p:cNvPr id="42" name="Freihandform: Form 143">
            <a:extLst>
              <a:ext uri="{FF2B5EF4-FFF2-40B4-BE49-F238E27FC236}">
                <a16:creationId xmlns:a16="http://schemas.microsoft.com/office/drawing/2014/main" id="{6E6201C1-BD34-044E-89C3-31DA31EAFFD4}"/>
              </a:ext>
            </a:extLst>
          </p:cNvPr>
          <p:cNvSpPr>
            <a:spLocks/>
          </p:cNvSpPr>
          <p:nvPr/>
        </p:nvSpPr>
        <p:spPr>
          <a:xfrm>
            <a:off x="4546350" y="4253319"/>
            <a:ext cx="1567986" cy="1804582"/>
          </a:xfrm>
          <a:custGeom>
            <a:avLst/>
            <a:gdLst>
              <a:gd name="connsiteX0" fmla="*/ 698933 w 698932"/>
              <a:gd name="connsiteY0" fmla="*/ 605199 h 806978"/>
              <a:gd name="connsiteX1" fmla="*/ 698933 w 698932"/>
              <a:gd name="connsiteY1" fmla="*/ 201710 h 806978"/>
              <a:gd name="connsiteX2" fmla="*/ 349501 w 698932"/>
              <a:gd name="connsiteY2" fmla="*/ 0 h 806978"/>
              <a:gd name="connsiteX3" fmla="*/ 0 w 698932"/>
              <a:gd name="connsiteY3" fmla="*/ 201710 h 806978"/>
              <a:gd name="connsiteX4" fmla="*/ 0 w 698932"/>
              <a:gd name="connsiteY4" fmla="*/ 605199 h 806978"/>
              <a:gd name="connsiteX5" fmla="*/ 349501 w 698932"/>
              <a:gd name="connsiteY5" fmla="*/ 806979 h 806978"/>
              <a:gd name="connsiteX6" fmla="*/ 698933 w 698932"/>
              <a:gd name="connsiteY6" fmla="*/ 605199 h 80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932" h="806978">
                <a:moveTo>
                  <a:pt x="698933" y="605199"/>
                </a:moveTo>
                <a:lnTo>
                  <a:pt x="698933" y="201710"/>
                </a:lnTo>
                <a:lnTo>
                  <a:pt x="349501" y="0"/>
                </a:lnTo>
                <a:lnTo>
                  <a:pt x="0" y="201710"/>
                </a:lnTo>
                <a:lnTo>
                  <a:pt x="0" y="605199"/>
                </a:lnTo>
                <a:lnTo>
                  <a:pt x="349501" y="806979"/>
                </a:lnTo>
                <a:lnTo>
                  <a:pt x="698933" y="605199"/>
                </a:lnTo>
                <a:close/>
              </a:path>
            </a:pathLst>
          </a:custGeom>
          <a:solidFill>
            <a:schemeClr val="bg2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3200" b="1">
                <a:solidFill>
                  <a:schemeClr val="accent1"/>
                </a:solidFill>
              </a:rPr>
              <a:t>04</a:t>
            </a:r>
          </a:p>
        </p:txBody>
      </p:sp>
      <p:sp>
        <p:nvSpPr>
          <p:cNvPr id="43" name="Freihandform: Form 144">
            <a:extLst>
              <a:ext uri="{FF2B5EF4-FFF2-40B4-BE49-F238E27FC236}">
                <a16:creationId xmlns:a16="http://schemas.microsoft.com/office/drawing/2014/main" id="{61EC8371-E30E-20DD-B455-687D3B4D9E3D}"/>
              </a:ext>
            </a:extLst>
          </p:cNvPr>
          <p:cNvSpPr>
            <a:spLocks/>
          </p:cNvSpPr>
          <p:nvPr/>
        </p:nvSpPr>
        <p:spPr>
          <a:xfrm>
            <a:off x="6898250" y="2905408"/>
            <a:ext cx="1567828" cy="1804582"/>
          </a:xfrm>
          <a:custGeom>
            <a:avLst/>
            <a:gdLst>
              <a:gd name="connsiteX0" fmla="*/ 698863 w 698862"/>
              <a:gd name="connsiteY0" fmla="*/ 605269 h 806978"/>
              <a:gd name="connsiteX1" fmla="*/ 698863 w 698862"/>
              <a:gd name="connsiteY1" fmla="*/ 201780 h 806978"/>
              <a:gd name="connsiteX2" fmla="*/ 349432 w 698862"/>
              <a:gd name="connsiteY2" fmla="*/ 0 h 806978"/>
              <a:gd name="connsiteX3" fmla="*/ 0 w 698862"/>
              <a:gd name="connsiteY3" fmla="*/ 201780 h 806978"/>
              <a:gd name="connsiteX4" fmla="*/ 0 w 698862"/>
              <a:gd name="connsiteY4" fmla="*/ 605269 h 806978"/>
              <a:gd name="connsiteX5" fmla="*/ 349432 w 698862"/>
              <a:gd name="connsiteY5" fmla="*/ 806979 h 806978"/>
              <a:gd name="connsiteX6" fmla="*/ 698863 w 698862"/>
              <a:gd name="connsiteY6" fmla="*/ 605269 h 80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862" h="806978">
                <a:moveTo>
                  <a:pt x="698863" y="605269"/>
                </a:moveTo>
                <a:lnTo>
                  <a:pt x="698863" y="201780"/>
                </a:lnTo>
                <a:lnTo>
                  <a:pt x="349432" y="0"/>
                </a:lnTo>
                <a:lnTo>
                  <a:pt x="0" y="201780"/>
                </a:lnTo>
                <a:lnTo>
                  <a:pt x="0" y="605269"/>
                </a:lnTo>
                <a:lnTo>
                  <a:pt x="349432" y="806979"/>
                </a:lnTo>
                <a:lnTo>
                  <a:pt x="698863" y="605269"/>
                </a:lnTo>
                <a:close/>
              </a:path>
            </a:pathLst>
          </a:custGeom>
          <a:solidFill>
            <a:schemeClr val="bg2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3200" b="1">
                <a:solidFill>
                  <a:schemeClr val="accent1"/>
                </a:solidFill>
              </a:rPr>
              <a:t>02</a:t>
            </a:r>
          </a:p>
        </p:txBody>
      </p:sp>
      <p:sp>
        <p:nvSpPr>
          <p:cNvPr id="44" name="Freihandform: Form 146">
            <a:extLst>
              <a:ext uri="{FF2B5EF4-FFF2-40B4-BE49-F238E27FC236}">
                <a16:creationId xmlns:a16="http://schemas.microsoft.com/office/drawing/2014/main" id="{B4869B08-EE8A-9454-E4A5-F120BEB9019E}"/>
              </a:ext>
            </a:extLst>
          </p:cNvPr>
          <p:cNvSpPr>
            <a:spLocks/>
          </p:cNvSpPr>
          <p:nvPr/>
        </p:nvSpPr>
        <p:spPr>
          <a:xfrm>
            <a:off x="3762436" y="2905408"/>
            <a:ext cx="1567986" cy="1804582"/>
          </a:xfrm>
          <a:custGeom>
            <a:avLst/>
            <a:gdLst>
              <a:gd name="connsiteX0" fmla="*/ 698932 w 698932"/>
              <a:gd name="connsiteY0" fmla="*/ 605269 h 806978"/>
              <a:gd name="connsiteX1" fmla="*/ 698932 w 698932"/>
              <a:gd name="connsiteY1" fmla="*/ 201780 h 806978"/>
              <a:gd name="connsiteX2" fmla="*/ 349431 w 698932"/>
              <a:gd name="connsiteY2" fmla="*/ 0 h 806978"/>
              <a:gd name="connsiteX3" fmla="*/ 0 w 698932"/>
              <a:gd name="connsiteY3" fmla="*/ 201780 h 806978"/>
              <a:gd name="connsiteX4" fmla="*/ 0 w 698932"/>
              <a:gd name="connsiteY4" fmla="*/ 605269 h 806978"/>
              <a:gd name="connsiteX5" fmla="*/ 349431 w 698932"/>
              <a:gd name="connsiteY5" fmla="*/ 806979 h 806978"/>
              <a:gd name="connsiteX6" fmla="*/ 698932 w 698932"/>
              <a:gd name="connsiteY6" fmla="*/ 605269 h 80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932" h="806978">
                <a:moveTo>
                  <a:pt x="698932" y="605269"/>
                </a:moveTo>
                <a:lnTo>
                  <a:pt x="698932" y="201780"/>
                </a:lnTo>
                <a:lnTo>
                  <a:pt x="349431" y="0"/>
                </a:lnTo>
                <a:lnTo>
                  <a:pt x="0" y="201780"/>
                </a:lnTo>
                <a:lnTo>
                  <a:pt x="0" y="605269"/>
                </a:lnTo>
                <a:lnTo>
                  <a:pt x="349431" y="806979"/>
                </a:lnTo>
                <a:lnTo>
                  <a:pt x="698932" y="605269"/>
                </a:lnTo>
                <a:close/>
              </a:path>
            </a:pathLst>
          </a:custGeom>
          <a:solidFill>
            <a:schemeClr val="bg2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3200" b="1">
                <a:solidFill>
                  <a:schemeClr val="accent1"/>
                </a:solidFill>
              </a:rPr>
              <a:t>05</a:t>
            </a:r>
          </a:p>
        </p:txBody>
      </p:sp>
      <p:sp>
        <p:nvSpPr>
          <p:cNvPr id="45" name="Freihandform: Form 147">
            <a:extLst>
              <a:ext uri="{FF2B5EF4-FFF2-40B4-BE49-F238E27FC236}">
                <a16:creationId xmlns:a16="http://schemas.microsoft.com/office/drawing/2014/main" id="{A8AB32E4-88C7-5DD3-F157-995691028F15}"/>
              </a:ext>
            </a:extLst>
          </p:cNvPr>
          <p:cNvSpPr>
            <a:spLocks/>
          </p:cNvSpPr>
          <p:nvPr/>
        </p:nvSpPr>
        <p:spPr>
          <a:xfrm>
            <a:off x="6114332" y="1557339"/>
            <a:ext cx="1567828" cy="1804739"/>
          </a:xfrm>
          <a:custGeom>
            <a:avLst/>
            <a:gdLst>
              <a:gd name="connsiteX0" fmla="*/ 698863 w 698862"/>
              <a:gd name="connsiteY0" fmla="*/ 605269 h 807048"/>
              <a:gd name="connsiteX1" fmla="*/ 698863 w 698862"/>
              <a:gd name="connsiteY1" fmla="*/ 201779 h 807048"/>
              <a:gd name="connsiteX2" fmla="*/ 349431 w 698862"/>
              <a:gd name="connsiteY2" fmla="*/ 0 h 807048"/>
              <a:gd name="connsiteX3" fmla="*/ 0 w 698862"/>
              <a:gd name="connsiteY3" fmla="*/ 201779 h 807048"/>
              <a:gd name="connsiteX4" fmla="*/ 0 w 698862"/>
              <a:gd name="connsiteY4" fmla="*/ 605269 h 807048"/>
              <a:gd name="connsiteX5" fmla="*/ 349431 w 698862"/>
              <a:gd name="connsiteY5" fmla="*/ 807048 h 807048"/>
              <a:gd name="connsiteX6" fmla="*/ 698863 w 698862"/>
              <a:gd name="connsiteY6" fmla="*/ 605269 h 80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862" h="807048">
                <a:moveTo>
                  <a:pt x="698863" y="605269"/>
                </a:moveTo>
                <a:lnTo>
                  <a:pt x="698863" y="201779"/>
                </a:lnTo>
                <a:lnTo>
                  <a:pt x="349431" y="0"/>
                </a:lnTo>
                <a:lnTo>
                  <a:pt x="0" y="201779"/>
                </a:lnTo>
                <a:lnTo>
                  <a:pt x="0" y="605269"/>
                </a:lnTo>
                <a:lnTo>
                  <a:pt x="349431" y="807048"/>
                </a:lnTo>
                <a:lnTo>
                  <a:pt x="698863" y="605269"/>
                </a:lnTo>
                <a:close/>
              </a:path>
            </a:pathLst>
          </a:custGeom>
          <a:solidFill>
            <a:schemeClr val="bg2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3200" b="1">
                <a:solidFill>
                  <a:schemeClr val="accent1"/>
                </a:solidFill>
              </a:rPr>
              <a:t>01</a:t>
            </a:r>
          </a:p>
        </p:txBody>
      </p:sp>
      <p:sp>
        <p:nvSpPr>
          <p:cNvPr id="46" name="Freihandform: Form 148">
            <a:extLst>
              <a:ext uri="{FF2B5EF4-FFF2-40B4-BE49-F238E27FC236}">
                <a16:creationId xmlns:a16="http://schemas.microsoft.com/office/drawing/2014/main" id="{71967A9D-39ED-D6B9-7623-C55E91660487}"/>
              </a:ext>
            </a:extLst>
          </p:cNvPr>
          <p:cNvSpPr>
            <a:spLocks/>
          </p:cNvSpPr>
          <p:nvPr/>
        </p:nvSpPr>
        <p:spPr>
          <a:xfrm>
            <a:off x="4546350" y="1557339"/>
            <a:ext cx="1567986" cy="1804739"/>
          </a:xfrm>
          <a:custGeom>
            <a:avLst/>
            <a:gdLst>
              <a:gd name="connsiteX0" fmla="*/ 698933 w 698932"/>
              <a:gd name="connsiteY0" fmla="*/ 605269 h 807048"/>
              <a:gd name="connsiteX1" fmla="*/ 698933 w 698932"/>
              <a:gd name="connsiteY1" fmla="*/ 201779 h 807048"/>
              <a:gd name="connsiteX2" fmla="*/ 349501 w 698932"/>
              <a:gd name="connsiteY2" fmla="*/ 0 h 807048"/>
              <a:gd name="connsiteX3" fmla="*/ 0 w 698932"/>
              <a:gd name="connsiteY3" fmla="*/ 201779 h 807048"/>
              <a:gd name="connsiteX4" fmla="*/ 0 w 698932"/>
              <a:gd name="connsiteY4" fmla="*/ 605269 h 807048"/>
              <a:gd name="connsiteX5" fmla="*/ 349501 w 698932"/>
              <a:gd name="connsiteY5" fmla="*/ 807048 h 807048"/>
              <a:gd name="connsiteX6" fmla="*/ 698933 w 698932"/>
              <a:gd name="connsiteY6" fmla="*/ 605269 h 80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932" h="807048">
                <a:moveTo>
                  <a:pt x="698933" y="605269"/>
                </a:moveTo>
                <a:lnTo>
                  <a:pt x="698933" y="201779"/>
                </a:lnTo>
                <a:lnTo>
                  <a:pt x="349501" y="0"/>
                </a:lnTo>
                <a:lnTo>
                  <a:pt x="0" y="201779"/>
                </a:lnTo>
                <a:lnTo>
                  <a:pt x="0" y="605269"/>
                </a:lnTo>
                <a:lnTo>
                  <a:pt x="349501" y="807048"/>
                </a:lnTo>
                <a:lnTo>
                  <a:pt x="698933" y="605269"/>
                </a:lnTo>
                <a:close/>
              </a:path>
            </a:pathLst>
          </a:custGeom>
          <a:solidFill>
            <a:schemeClr val="bg2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3200" b="1">
                <a:solidFill>
                  <a:schemeClr val="accent1"/>
                </a:solidFill>
              </a:rPr>
              <a:t>06</a:t>
            </a:r>
          </a:p>
        </p:txBody>
      </p:sp>
      <p:sp>
        <p:nvSpPr>
          <p:cNvPr id="47" name="Freihandform: Form 145">
            <a:extLst>
              <a:ext uri="{FF2B5EF4-FFF2-40B4-BE49-F238E27FC236}">
                <a16:creationId xmlns:a16="http://schemas.microsoft.com/office/drawing/2014/main" id="{0B09A834-F468-923D-C2EC-7B383BCD7DA4}"/>
              </a:ext>
            </a:extLst>
          </p:cNvPr>
          <p:cNvSpPr>
            <a:spLocks noChangeAspect="1"/>
          </p:cNvSpPr>
          <p:nvPr/>
        </p:nvSpPr>
        <p:spPr>
          <a:xfrm>
            <a:off x="5361603" y="2941303"/>
            <a:ext cx="1505459" cy="1732794"/>
          </a:xfrm>
          <a:custGeom>
            <a:avLst/>
            <a:gdLst>
              <a:gd name="connsiteX0" fmla="*/ 698863 w 698862"/>
              <a:gd name="connsiteY0" fmla="*/ 605269 h 806978"/>
              <a:gd name="connsiteX1" fmla="*/ 698863 w 698862"/>
              <a:gd name="connsiteY1" fmla="*/ 201780 h 806978"/>
              <a:gd name="connsiteX2" fmla="*/ 349432 w 698862"/>
              <a:gd name="connsiteY2" fmla="*/ 0 h 806978"/>
              <a:gd name="connsiteX3" fmla="*/ 0 w 698862"/>
              <a:gd name="connsiteY3" fmla="*/ 201780 h 806978"/>
              <a:gd name="connsiteX4" fmla="*/ 0 w 698862"/>
              <a:gd name="connsiteY4" fmla="*/ 605269 h 806978"/>
              <a:gd name="connsiteX5" fmla="*/ 349432 w 698862"/>
              <a:gd name="connsiteY5" fmla="*/ 806979 h 806978"/>
              <a:gd name="connsiteX6" fmla="*/ 698863 w 698862"/>
              <a:gd name="connsiteY6" fmla="*/ 605269 h 80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862" h="806978">
                <a:moveTo>
                  <a:pt x="698863" y="605269"/>
                </a:moveTo>
                <a:lnTo>
                  <a:pt x="698863" y="201780"/>
                </a:lnTo>
                <a:lnTo>
                  <a:pt x="349432" y="0"/>
                </a:lnTo>
                <a:lnTo>
                  <a:pt x="0" y="201780"/>
                </a:lnTo>
                <a:lnTo>
                  <a:pt x="0" y="605269"/>
                </a:lnTo>
                <a:lnTo>
                  <a:pt x="349432" y="806979"/>
                </a:lnTo>
                <a:lnTo>
                  <a:pt x="698863" y="605269"/>
                </a:lnTo>
                <a:close/>
              </a:path>
            </a:pathLst>
          </a:cu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8" name="TextBox 20">
            <a:extLst>
              <a:ext uri="{FF2B5EF4-FFF2-40B4-BE49-F238E27FC236}">
                <a16:creationId xmlns:a16="http://schemas.microsoft.com/office/drawing/2014/main" id="{979C8D0E-C1D2-79EF-A9B8-831675432F5D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479998" y="3465299"/>
            <a:ext cx="1268668" cy="68480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dirty="0">
                <a:sym typeface="Futura"/>
              </a:rPr>
              <a:t>Sample text</a:t>
            </a:r>
          </a:p>
          <a:p>
            <a:pPr marR="0" lvl="0" algn="ctr" fontAlgn="auto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SzTx/>
              <a:tabLst/>
              <a:defRPr/>
            </a:pPr>
            <a:r>
              <a:rPr lang="en-US" sz="1200" b="1" dirty="0">
                <a:solidFill>
                  <a:schemeClr val="accent1"/>
                </a:solidFill>
                <a:sym typeface="Futura"/>
              </a:rPr>
              <a:t>Insert desired text</a:t>
            </a:r>
          </a:p>
        </p:txBody>
      </p:sp>
      <p:pic>
        <p:nvPicPr>
          <p:cNvPr id="2" name="Grafik 1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C7D74DB8-DF10-D1EA-26BA-495FDC1179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687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Infographic process 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B310A9-8A7A-56C4-E256-92E49A59C0CC}"/>
              </a:ext>
            </a:extLst>
          </p:cNvPr>
          <p:cNvSpPr txBox="1">
            <a:spLocks/>
          </p:cNvSpPr>
          <p:nvPr/>
        </p:nvSpPr>
        <p:spPr>
          <a:xfrm>
            <a:off x="413289" y="5336962"/>
            <a:ext cx="3215544" cy="723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endParaRPr lang="en-US" sz="1400" dirty="0"/>
          </a:p>
          <a:p>
            <a:pPr marL="140400" indent="-140400">
              <a:spcBef>
                <a:spcPts val="600"/>
              </a:spcBef>
            </a:pPr>
            <a:r>
              <a:rPr lang="en-US" sz="1400" dirty="0"/>
              <a:t>Ut </a:t>
            </a:r>
            <a:r>
              <a:rPr lang="en-US" sz="1400" dirty="0" err="1"/>
              <a:t>enim</a:t>
            </a:r>
            <a:r>
              <a:rPr lang="en-US" sz="1400" dirty="0"/>
              <a:t> ad minim </a:t>
            </a:r>
            <a:r>
              <a:rPr lang="en-US" sz="1400" dirty="0" err="1"/>
              <a:t>veniam</a:t>
            </a:r>
            <a:r>
              <a:rPr lang="en-US" sz="1400" dirty="0"/>
              <a:t> </a:t>
            </a:r>
          </a:p>
        </p:txBody>
      </p:sp>
      <p:sp>
        <p:nvSpPr>
          <p:cNvPr id="25" name="Ellipse 6">
            <a:extLst>
              <a:ext uri="{FF2B5EF4-FFF2-40B4-BE49-F238E27FC236}">
                <a16:creationId xmlns:a16="http://schemas.microsoft.com/office/drawing/2014/main" id="{C6D08F7B-7D67-02F6-30F5-CE69D5158083}"/>
              </a:ext>
            </a:extLst>
          </p:cNvPr>
          <p:cNvSpPr>
            <a:spLocks/>
          </p:cNvSpPr>
          <p:nvPr/>
        </p:nvSpPr>
        <p:spPr>
          <a:xfrm>
            <a:off x="413289" y="3268528"/>
            <a:ext cx="1929602" cy="192960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Ellipse 7">
            <a:extLst>
              <a:ext uri="{FF2B5EF4-FFF2-40B4-BE49-F238E27FC236}">
                <a16:creationId xmlns:a16="http://schemas.microsoft.com/office/drawing/2014/main" id="{416EFDA6-1403-0341-7429-BEE2C481EE08}"/>
              </a:ext>
            </a:extLst>
          </p:cNvPr>
          <p:cNvSpPr>
            <a:spLocks/>
          </p:cNvSpPr>
          <p:nvPr/>
        </p:nvSpPr>
        <p:spPr>
          <a:xfrm>
            <a:off x="2939814" y="2408696"/>
            <a:ext cx="1929602" cy="192960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Ellipse 8">
            <a:extLst>
              <a:ext uri="{FF2B5EF4-FFF2-40B4-BE49-F238E27FC236}">
                <a16:creationId xmlns:a16="http://schemas.microsoft.com/office/drawing/2014/main" id="{F44B16E3-8F1E-823A-35C6-B5E505F2A6A3}"/>
              </a:ext>
            </a:extLst>
          </p:cNvPr>
          <p:cNvSpPr>
            <a:spLocks/>
          </p:cNvSpPr>
          <p:nvPr/>
        </p:nvSpPr>
        <p:spPr>
          <a:xfrm>
            <a:off x="5466340" y="3268528"/>
            <a:ext cx="1929602" cy="192960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Ellipse 9">
            <a:extLst>
              <a:ext uri="{FF2B5EF4-FFF2-40B4-BE49-F238E27FC236}">
                <a16:creationId xmlns:a16="http://schemas.microsoft.com/office/drawing/2014/main" id="{A529402C-72CC-92E7-17E3-41F54F3B4034}"/>
              </a:ext>
            </a:extLst>
          </p:cNvPr>
          <p:cNvSpPr>
            <a:spLocks/>
          </p:cNvSpPr>
          <p:nvPr/>
        </p:nvSpPr>
        <p:spPr>
          <a:xfrm>
            <a:off x="7992864" y="2408696"/>
            <a:ext cx="1929602" cy="192960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Bogen 10">
            <a:extLst>
              <a:ext uri="{FF2B5EF4-FFF2-40B4-BE49-F238E27FC236}">
                <a16:creationId xmlns:a16="http://schemas.microsoft.com/office/drawing/2014/main" id="{66243A79-CE21-AA95-18A4-AAD0E105EDB6}"/>
              </a:ext>
            </a:extLst>
          </p:cNvPr>
          <p:cNvSpPr>
            <a:spLocks/>
          </p:cNvSpPr>
          <p:nvPr/>
        </p:nvSpPr>
        <p:spPr>
          <a:xfrm rot="17839092">
            <a:off x="1592809" y="2677964"/>
            <a:ext cx="1929602" cy="1929602"/>
          </a:xfrm>
          <a:prstGeom prst="arc">
            <a:avLst/>
          </a:pr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Bogen 11">
            <a:extLst>
              <a:ext uri="{FF2B5EF4-FFF2-40B4-BE49-F238E27FC236}">
                <a16:creationId xmlns:a16="http://schemas.microsoft.com/office/drawing/2014/main" id="{A3643DEF-64C4-3B5B-2146-040EB379B6C2}"/>
              </a:ext>
            </a:extLst>
          </p:cNvPr>
          <p:cNvSpPr>
            <a:spLocks/>
          </p:cNvSpPr>
          <p:nvPr/>
        </p:nvSpPr>
        <p:spPr>
          <a:xfrm rot="3866140" flipV="1">
            <a:off x="4185540" y="3039659"/>
            <a:ext cx="1929602" cy="1929602"/>
          </a:xfrm>
          <a:prstGeom prst="arc">
            <a:avLst/>
          </a:prstGeom>
          <a:noFill/>
          <a:ln w="38100">
            <a:solidFill>
              <a:schemeClr val="accent1"/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Bogen 13">
            <a:extLst>
              <a:ext uri="{FF2B5EF4-FFF2-40B4-BE49-F238E27FC236}">
                <a16:creationId xmlns:a16="http://schemas.microsoft.com/office/drawing/2014/main" id="{A73C1B71-3606-49CA-43D8-469DC3BE5B63}"/>
              </a:ext>
            </a:extLst>
          </p:cNvPr>
          <p:cNvSpPr>
            <a:spLocks/>
          </p:cNvSpPr>
          <p:nvPr/>
        </p:nvSpPr>
        <p:spPr>
          <a:xfrm rot="17581777">
            <a:off x="6753559" y="2622674"/>
            <a:ext cx="1929602" cy="1929602"/>
          </a:xfrm>
          <a:prstGeom prst="arc">
            <a:avLst/>
          </a:pr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FFC282E-53EA-CC48-D294-857661C933BF}"/>
              </a:ext>
            </a:extLst>
          </p:cNvPr>
          <p:cNvSpPr txBox="1">
            <a:spLocks/>
          </p:cNvSpPr>
          <p:nvPr/>
        </p:nvSpPr>
        <p:spPr>
          <a:xfrm>
            <a:off x="5466340" y="5336962"/>
            <a:ext cx="3215544" cy="723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endParaRPr lang="en-US" sz="1400" dirty="0"/>
          </a:p>
          <a:p>
            <a:pPr marL="140400" indent="-140400">
              <a:spcBef>
                <a:spcPts val="600"/>
              </a:spcBef>
            </a:pPr>
            <a:r>
              <a:rPr lang="en-US" sz="1400" dirty="0"/>
              <a:t>Ut </a:t>
            </a:r>
            <a:r>
              <a:rPr lang="en-US" sz="1400" dirty="0" err="1"/>
              <a:t>enim</a:t>
            </a:r>
            <a:r>
              <a:rPr lang="en-US" sz="1400" dirty="0"/>
              <a:t> ad minim </a:t>
            </a:r>
            <a:r>
              <a:rPr lang="en-US" sz="1400" dirty="0" err="1"/>
              <a:t>veniam</a:t>
            </a:r>
            <a:r>
              <a:rPr lang="en-US" sz="1400" dirty="0"/>
              <a:t> 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6CEAA064-0EFF-9713-C188-282F3DE256DC}"/>
              </a:ext>
            </a:extLst>
          </p:cNvPr>
          <p:cNvSpPr txBox="1">
            <a:spLocks/>
          </p:cNvSpPr>
          <p:nvPr/>
        </p:nvSpPr>
        <p:spPr>
          <a:xfrm>
            <a:off x="7992864" y="1557337"/>
            <a:ext cx="3215544" cy="723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endParaRPr lang="en-US" sz="1400" dirty="0"/>
          </a:p>
          <a:p>
            <a:pPr marL="140400" indent="-140400">
              <a:spcBef>
                <a:spcPts val="600"/>
              </a:spcBef>
            </a:pPr>
            <a:r>
              <a:rPr lang="en-US" sz="1400" dirty="0"/>
              <a:t>Ut </a:t>
            </a:r>
            <a:r>
              <a:rPr lang="en-US" sz="1400" dirty="0" err="1"/>
              <a:t>enim</a:t>
            </a:r>
            <a:r>
              <a:rPr lang="en-US" sz="1400" dirty="0"/>
              <a:t> ad minim </a:t>
            </a:r>
            <a:r>
              <a:rPr lang="en-US" sz="1400" dirty="0" err="1"/>
              <a:t>veniam</a:t>
            </a:r>
            <a:r>
              <a:rPr lang="en-US" sz="1400" dirty="0"/>
              <a:t> 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03471754-E0FF-693B-329A-CB1C30698670}"/>
              </a:ext>
            </a:extLst>
          </p:cNvPr>
          <p:cNvSpPr txBox="1">
            <a:spLocks/>
          </p:cNvSpPr>
          <p:nvPr/>
        </p:nvSpPr>
        <p:spPr>
          <a:xfrm>
            <a:off x="2939814" y="1557337"/>
            <a:ext cx="3215544" cy="723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endParaRPr lang="en-US" sz="1400" dirty="0"/>
          </a:p>
          <a:p>
            <a:pPr marL="140400" indent="-140400">
              <a:spcBef>
                <a:spcPts val="600"/>
              </a:spcBef>
            </a:pPr>
            <a:r>
              <a:rPr lang="en-US" sz="1400" dirty="0"/>
              <a:t>Ut </a:t>
            </a:r>
            <a:r>
              <a:rPr lang="en-US" sz="1400" dirty="0" err="1"/>
              <a:t>enim</a:t>
            </a:r>
            <a:r>
              <a:rPr lang="en-US" sz="1400" dirty="0"/>
              <a:t> ad minim </a:t>
            </a:r>
            <a:r>
              <a:rPr lang="en-US" sz="1400" dirty="0" err="1"/>
              <a:t>veniam</a:t>
            </a:r>
            <a:r>
              <a:rPr lang="en-US" sz="1400" dirty="0"/>
              <a:t> </a:t>
            </a:r>
          </a:p>
        </p:txBody>
      </p:sp>
      <p:pic>
        <p:nvPicPr>
          <p:cNvPr id="35" name="Grafik 12">
            <a:extLst>
              <a:ext uri="{FF2B5EF4-FFF2-40B4-BE49-F238E27FC236}">
                <a16:creationId xmlns:a16="http://schemas.microsoft.com/office/drawing/2014/main" id="{3531574D-A18F-04BC-2385-8037442AE8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3443" y="3808682"/>
            <a:ext cx="849295" cy="849295"/>
          </a:xfrm>
          <a:prstGeom prst="rect">
            <a:avLst/>
          </a:prstGeom>
        </p:spPr>
      </p:pic>
      <p:pic>
        <p:nvPicPr>
          <p:cNvPr id="36" name="Grafik 15">
            <a:extLst>
              <a:ext uri="{FF2B5EF4-FFF2-40B4-BE49-F238E27FC236}">
                <a16:creationId xmlns:a16="http://schemas.microsoft.com/office/drawing/2014/main" id="{E919C5F7-D31D-539D-6CA4-398E485CEB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3018" y="2948849"/>
            <a:ext cx="849295" cy="849295"/>
          </a:xfrm>
          <a:prstGeom prst="rect">
            <a:avLst/>
          </a:prstGeom>
        </p:spPr>
      </p:pic>
      <p:pic>
        <p:nvPicPr>
          <p:cNvPr id="37" name="Grafik 21">
            <a:extLst>
              <a:ext uri="{FF2B5EF4-FFF2-40B4-BE49-F238E27FC236}">
                <a16:creationId xmlns:a16="http://schemas.microsoft.com/office/drawing/2014/main" id="{66E2F3BD-8B67-5CA7-5E3F-9F51177294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6493" y="3808681"/>
            <a:ext cx="849295" cy="849295"/>
          </a:xfrm>
          <a:prstGeom prst="rect">
            <a:avLst/>
          </a:prstGeom>
        </p:spPr>
      </p:pic>
      <p:pic>
        <p:nvPicPr>
          <p:cNvPr id="38" name="Grafik 23">
            <a:extLst>
              <a:ext uri="{FF2B5EF4-FFF2-40B4-BE49-F238E27FC236}">
                <a16:creationId xmlns:a16="http://schemas.microsoft.com/office/drawing/2014/main" id="{81513BB2-BC26-5357-3A5A-4FCE16C74E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79968" y="2948849"/>
            <a:ext cx="849295" cy="849295"/>
          </a:xfrm>
          <a:prstGeom prst="rect">
            <a:avLst/>
          </a:prstGeom>
        </p:spPr>
      </p:pic>
      <p:sp>
        <p:nvSpPr>
          <p:cNvPr id="39" name="Ellipse 26">
            <a:extLst>
              <a:ext uri="{FF2B5EF4-FFF2-40B4-BE49-F238E27FC236}">
                <a16:creationId xmlns:a16="http://schemas.microsoft.com/office/drawing/2014/main" id="{D2B954F8-07DB-5B5A-60CE-29FF0104826C}"/>
              </a:ext>
            </a:extLst>
          </p:cNvPr>
          <p:cNvSpPr>
            <a:spLocks/>
          </p:cNvSpPr>
          <p:nvPr/>
        </p:nvSpPr>
        <p:spPr>
          <a:xfrm>
            <a:off x="1454439" y="3068132"/>
            <a:ext cx="400790" cy="40079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40" name="Ellipse 27">
            <a:extLst>
              <a:ext uri="{FF2B5EF4-FFF2-40B4-BE49-F238E27FC236}">
                <a16:creationId xmlns:a16="http://schemas.microsoft.com/office/drawing/2014/main" id="{C1BDE43B-D629-F4F8-9245-1BFC15568C57}"/>
              </a:ext>
            </a:extLst>
          </p:cNvPr>
          <p:cNvSpPr>
            <a:spLocks/>
          </p:cNvSpPr>
          <p:nvPr/>
        </p:nvSpPr>
        <p:spPr>
          <a:xfrm>
            <a:off x="4033290" y="4107635"/>
            <a:ext cx="400790" cy="40079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41" name="Ellipse 29">
            <a:extLst>
              <a:ext uri="{FF2B5EF4-FFF2-40B4-BE49-F238E27FC236}">
                <a16:creationId xmlns:a16="http://schemas.microsoft.com/office/drawing/2014/main" id="{5E38B740-090E-DF45-FDBF-D4C6D1D37980}"/>
              </a:ext>
            </a:extLst>
          </p:cNvPr>
          <p:cNvSpPr>
            <a:spLocks/>
          </p:cNvSpPr>
          <p:nvPr/>
        </p:nvSpPr>
        <p:spPr>
          <a:xfrm>
            <a:off x="6594445" y="3068132"/>
            <a:ext cx="400790" cy="40079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42" name="Ellipse 30">
            <a:extLst>
              <a:ext uri="{FF2B5EF4-FFF2-40B4-BE49-F238E27FC236}">
                <a16:creationId xmlns:a16="http://schemas.microsoft.com/office/drawing/2014/main" id="{29A510FA-05A1-6466-0D7B-B864B492A093}"/>
              </a:ext>
            </a:extLst>
          </p:cNvPr>
          <p:cNvSpPr>
            <a:spLocks/>
          </p:cNvSpPr>
          <p:nvPr/>
        </p:nvSpPr>
        <p:spPr>
          <a:xfrm>
            <a:off x="9137908" y="4107635"/>
            <a:ext cx="400790" cy="40079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48A2BC9A-E5BF-DC3A-5D03-45F51C3FD595}"/>
              </a:ext>
            </a:extLst>
          </p:cNvPr>
          <p:cNvSpPr/>
          <p:nvPr/>
        </p:nvSpPr>
        <p:spPr>
          <a:xfrm>
            <a:off x="407988" y="6275487"/>
            <a:ext cx="4514056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Bef>
                <a:spcPct val="10000"/>
              </a:spcBef>
              <a:spcAft>
                <a:spcPts val="110"/>
              </a:spcAft>
            </a:pPr>
            <a:r>
              <a:rPr lang="en-GB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processes, stage, stages, phase, phases, plan, plans, icon, icons, step, steps</a:t>
            </a:r>
          </a:p>
        </p:txBody>
      </p:sp>
      <p:pic>
        <p:nvPicPr>
          <p:cNvPr id="2" name="Grafik 1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F7BD377F-6D86-C163-FFDD-50B3005D09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55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 dirty="0">
                <a:sym typeface="Futura"/>
              </a:rPr>
              <a:t>Cause and effect VI</a:t>
            </a:r>
            <a:endParaRPr lang="en-US" dirty="0"/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AFBE2340-F5F7-26FA-C641-F12D16C616D7}"/>
              </a:ext>
            </a:extLst>
          </p:cNvPr>
          <p:cNvSpPr txBox="1">
            <a:spLocks/>
          </p:cNvSpPr>
          <p:nvPr/>
        </p:nvSpPr>
        <p:spPr bwMode="gray">
          <a:xfrm>
            <a:off x="407987" y="1557900"/>
            <a:ext cx="2426361" cy="12522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txBody>
          <a:bodyPr vert="horz" wrap="square" lIns="180000" tIns="144000" rIns="180000" bIns="144000" rtlCol="0" anchor="ctr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2400" dirty="0"/>
              <a:t>Sample text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 dirty="0">
                <a:solidFill>
                  <a:schemeClr val="accent1"/>
                </a:solidFill>
              </a:rPr>
              <a:t>Insert your desired text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8686AD0F-15FE-3FCD-C405-05EBDB0C6CEC}"/>
              </a:ext>
            </a:extLst>
          </p:cNvPr>
          <p:cNvSpPr txBox="1">
            <a:spLocks/>
          </p:cNvSpPr>
          <p:nvPr/>
        </p:nvSpPr>
        <p:spPr bwMode="gray">
          <a:xfrm>
            <a:off x="407987" y="4805640"/>
            <a:ext cx="2426361" cy="12522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txBody>
          <a:bodyPr vert="horz" wrap="square" lIns="180000" tIns="144000" rIns="180000" bIns="144000" rtlCol="0" anchor="ctr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2400" dirty="0"/>
              <a:t>Sample text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 dirty="0">
                <a:solidFill>
                  <a:schemeClr val="accent1"/>
                </a:solidFill>
              </a:rPr>
              <a:t>Insert your desired text</a:t>
            </a:r>
          </a:p>
        </p:txBody>
      </p:sp>
      <p:cxnSp>
        <p:nvCxnSpPr>
          <p:cNvPr id="17" name="Gerader Verbinder 23">
            <a:extLst>
              <a:ext uri="{FF2B5EF4-FFF2-40B4-BE49-F238E27FC236}">
                <a16:creationId xmlns:a16="http://schemas.microsoft.com/office/drawing/2014/main" id="{C72B7385-83E5-336D-19DA-1639424AD445}"/>
              </a:ext>
            </a:extLst>
          </p:cNvPr>
          <p:cNvCxnSpPr>
            <a:cxnSpLocks/>
          </p:cNvCxnSpPr>
          <p:nvPr/>
        </p:nvCxnSpPr>
        <p:spPr>
          <a:xfrm>
            <a:off x="407988" y="2995896"/>
            <a:ext cx="11401425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24">
            <a:extLst>
              <a:ext uri="{FF2B5EF4-FFF2-40B4-BE49-F238E27FC236}">
                <a16:creationId xmlns:a16="http://schemas.microsoft.com/office/drawing/2014/main" id="{2A242129-C686-FD5E-FB40-196174D918D4}"/>
              </a:ext>
            </a:extLst>
          </p:cNvPr>
          <p:cNvCxnSpPr>
            <a:cxnSpLocks/>
          </p:cNvCxnSpPr>
          <p:nvPr/>
        </p:nvCxnSpPr>
        <p:spPr>
          <a:xfrm>
            <a:off x="407988" y="4619906"/>
            <a:ext cx="11401425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067E1F48-F4EC-D814-1011-96F6E42D574D}"/>
              </a:ext>
            </a:extLst>
          </p:cNvPr>
          <p:cNvSpPr txBox="1">
            <a:spLocks/>
          </p:cNvSpPr>
          <p:nvPr/>
        </p:nvSpPr>
        <p:spPr>
          <a:xfrm>
            <a:off x="9189029" y="1557900"/>
            <a:ext cx="2630958" cy="1252538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b="1" dirty="0">
                <a:solidFill>
                  <a:schemeClr val="accent1"/>
                </a:solidFill>
                <a:sym typeface="Futura"/>
              </a:rPr>
              <a:t>Lorem ipsum dolor sit </a:t>
            </a:r>
            <a:r>
              <a:rPr lang="en-US" b="1" dirty="0" err="1">
                <a:solidFill>
                  <a:schemeClr val="accent1"/>
                </a:solidFill>
                <a:sym typeface="Futura"/>
              </a:rPr>
              <a:t>amet</a:t>
            </a:r>
            <a:endParaRPr lang="en-US" b="1" dirty="0">
              <a:solidFill>
                <a:schemeClr val="accent1"/>
              </a:solidFill>
              <a:sym typeface="Futura"/>
            </a:endParaRP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CD847485-EB12-4FCF-C833-0E360FD307F8}"/>
              </a:ext>
            </a:extLst>
          </p:cNvPr>
          <p:cNvSpPr txBox="1">
            <a:spLocks/>
          </p:cNvSpPr>
          <p:nvPr/>
        </p:nvSpPr>
        <p:spPr bwMode="gray">
          <a:xfrm>
            <a:off x="407987" y="3181632"/>
            <a:ext cx="2426361" cy="12522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txBody>
          <a:bodyPr vert="horz" wrap="square" lIns="180000" tIns="144000" rIns="180000" bIns="144000" rtlCol="0" anchor="ctr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2400" dirty="0"/>
              <a:t>Sample text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 dirty="0">
                <a:solidFill>
                  <a:schemeClr val="accent1"/>
                </a:solidFill>
              </a:rPr>
              <a:t>Insert your desired text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4CE43C4B-C852-389A-4929-EAE76B9C5423}"/>
              </a:ext>
            </a:extLst>
          </p:cNvPr>
          <p:cNvSpPr txBox="1">
            <a:spLocks/>
          </p:cNvSpPr>
          <p:nvPr/>
        </p:nvSpPr>
        <p:spPr>
          <a:xfrm>
            <a:off x="3148770" y="1557900"/>
            <a:ext cx="5263052" cy="1252538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r>
              <a:rPr lang="en-US" sz="1400" dirty="0"/>
              <a:t> </a:t>
            </a:r>
            <a:r>
              <a:rPr lang="en-US" sz="1400" dirty="0" err="1"/>
              <a:t>incididunt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labore et dolore magna </a:t>
            </a:r>
            <a:r>
              <a:rPr lang="en-US" sz="1400" dirty="0" err="1"/>
              <a:t>aliqua</a:t>
            </a:r>
            <a:endParaRPr lang="en-US" sz="1400" dirty="0"/>
          </a:p>
          <a:p>
            <a:pPr marL="140400" indent="-140400">
              <a:spcBef>
                <a:spcPts val="600"/>
              </a:spcBef>
            </a:pPr>
            <a:r>
              <a:rPr lang="en-US" sz="1400" dirty="0"/>
              <a:t>Ut </a:t>
            </a:r>
            <a:r>
              <a:rPr lang="en-US" sz="1400" dirty="0" err="1"/>
              <a:t>enim</a:t>
            </a:r>
            <a:r>
              <a:rPr lang="en-US" sz="1400" dirty="0"/>
              <a:t> ad minim </a:t>
            </a:r>
            <a:r>
              <a:rPr lang="en-US" sz="1400" dirty="0" err="1"/>
              <a:t>veniam</a:t>
            </a:r>
            <a:endParaRPr lang="en-US" sz="1400" dirty="0"/>
          </a:p>
          <a:p>
            <a:pPr marL="140400" indent="-140400">
              <a:spcBef>
                <a:spcPts val="600"/>
              </a:spcBef>
            </a:pPr>
            <a:r>
              <a:rPr lang="en-US" sz="1400" dirty="0"/>
              <a:t>Quis </a:t>
            </a:r>
            <a:r>
              <a:rPr lang="en-US" sz="1400" dirty="0" err="1"/>
              <a:t>nostrud</a:t>
            </a:r>
            <a:r>
              <a:rPr lang="en-US" sz="1400" dirty="0"/>
              <a:t> exercitation </a:t>
            </a:r>
            <a:r>
              <a:rPr lang="en-US" sz="1400" dirty="0" err="1"/>
              <a:t>ullamco</a:t>
            </a:r>
            <a:endParaRPr lang="en-US" sz="1400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1EB236C0-10AE-1C70-224F-EB9C3C571E91}"/>
              </a:ext>
            </a:extLst>
          </p:cNvPr>
          <p:cNvSpPr txBox="1">
            <a:spLocks/>
          </p:cNvSpPr>
          <p:nvPr/>
        </p:nvSpPr>
        <p:spPr>
          <a:xfrm>
            <a:off x="3148770" y="4805362"/>
            <a:ext cx="5263052" cy="1252538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r>
              <a:rPr lang="en-US" sz="1400" dirty="0"/>
              <a:t> </a:t>
            </a:r>
            <a:r>
              <a:rPr lang="en-US" sz="1400" dirty="0" err="1"/>
              <a:t>incididunt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labore et dolore magna </a:t>
            </a:r>
            <a:r>
              <a:rPr lang="en-US" sz="1400" dirty="0" err="1"/>
              <a:t>aliqua</a:t>
            </a:r>
            <a:endParaRPr lang="en-US" sz="1400" dirty="0"/>
          </a:p>
          <a:p>
            <a:pPr marL="140400" indent="-140400">
              <a:spcBef>
                <a:spcPts val="600"/>
              </a:spcBef>
            </a:pPr>
            <a:r>
              <a:rPr lang="en-US" sz="1400" dirty="0"/>
              <a:t>Ut </a:t>
            </a:r>
            <a:r>
              <a:rPr lang="en-US" sz="1400" dirty="0" err="1"/>
              <a:t>enim</a:t>
            </a:r>
            <a:r>
              <a:rPr lang="en-US" sz="1400" dirty="0"/>
              <a:t> ad minim </a:t>
            </a:r>
            <a:r>
              <a:rPr lang="en-US" sz="1400" dirty="0" err="1"/>
              <a:t>veniam</a:t>
            </a:r>
            <a:endParaRPr lang="en-US" sz="1400" dirty="0"/>
          </a:p>
          <a:p>
            <a:pPr marL="140400" indent="-140400">
              <a:spcBef>
                <a:spcPts val="600"/>
              </a:spcBef>
            </a:pPr>
            <a:r>
              <a:rPr lang="en-US" sz="1400" dirty="0"/>
              <a:t>Quis </a:t>
            </a:r>
            <a:r>
              <a:rPr lang="en-US" sz="1400" dirty="0" err="1"/>
              <a:t>nostrud</a:t>
            </a:r>
            <a:r>
              <a:rPr lang="en-US" sz="1400" dirty="0"/>
              <a:t> exercitation </a:t>
            </a:r>
            <a:r>
              <a:rPr lang="en-US" sz="1400" dirty="0" err="1"/>
              <a:t>ullamco</a:t>
            </a:r>
            <a:endParaRPr lang="en-US" sz="1400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636AEA30-365E-ED6D-8447-3F5AAF5798A0}"/>
              </a:ext>
            </a:extLst>
          </p:cNvPr>
          <p:cNvSpPr txBox="1">
            <a:spLocks/>
          </p:cNvSpPr>
          <p:nvPr/>
        </p:nvSpPr>
        <p:spPr>
          <a:xfrm>
            <a:off x="3148770" y="3181632"/>
            <a:ext cx="5263052" cy="1252538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r>
              <a:rPr lang="en-US" sz="1400" dirty="0"/>
              <a:t> </a:t>
            </a:r>
            <a:r>
              <a:rPr lang="en-US" sz="1400" dirty="0" err="1"/>
              <a:t>incididunt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labore et dolore magna </a:t>
            </a:r>
            <a:r>
              <a:rPr lang="en-US" sz="1400" dirty="0" err="1"/>
              <a:t>aliqua</a:t>
            </a:r>
            <a:endParaRPr lang="en-US" sz="1400" dirty="0"/>
          </a:p>
          <a:p>
            <a:pPr marL="140400" indent="-140400">
              <a:spcBef>
                <a:spcPts val="600"/>
              </a:spcBef>
            </a:pPr>
            <a:r>
              <a:rPr lang="en-US" sz="1400" dirty="0"/>
              <a:t>Ut </a:t>
            </a:r>
            <a:r>
              <a:rPr lang="en-US" sz="1400" dirty="0" err="1"/>
              <a:t>enim</a:t>
            </a:r>
            <a:r>
              <a:rPr lang="en-US" sz="1400" dirty="0"/>
              <a:t> ad minim </a:t>
            </a:r>
            <a:r>
              <a:rPr lang="en-US" sz="1400" dirty="0" err="1"/>
              <a:t>veniam</a:t>
            </a:r>
            <a:endParaRPr lang="en-US" sz="1400" dirty="0"/>
          </a:p>
          <a:p>
            <a:pPr marL="140400" indent="-140400">
              <a:spcBef>
                <a:spcPts val="600"/>
              </a:spcBef>
            </a:pPr>
            <a:r>
              <a:rPr lang="en-US" sz="1400" dirty="0"/>
              <a:t>Quis </a:t>
            </a:r>
            <a:r>
              <a:rPr lang="en-US" sz="1400" dirty="0" err="1"/>
              <a:t>nostrud</a:t>
            </a:r>
            <a:r>
              <a:rPr lang="en-US" sz="1400" dirty="0"/>
              <a:t> exercitation </a:t>
            </a:r>
            <a:r>
              <a:rPr lang="en-US" sz="1400" dirty="0" err="1"/>
              <a:t>ullamco</a:t>
            </a:r>
            <a:endParaRPr lang="en-US" sz="140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2C8ACAA2-4F1D-8710-AF53-50B32B591F19}"/>
              </a:ext>
            </a:extLst>
          </p:cNvPr>
          <p:cNvSpPr txBox="1">
            <a:spLocks/>
          </p:cNvSpPr>
          <p:nvPr/>
        </p:nvSpPr>
        <p:spPr>
          <a:xfrm>
            <a:off x="9189029" y="3181632"/>
            <a:ext cx="2630958" cy="1252538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b="1" dirty="0">
                <a:solidFill>
                  <a:schemeClr val="accent1"/>
                </a:solidFill>
                <a:sym typeface="Futura"/>
              </a:rPr>
              <a:t>Lorem ipsum dolor sit </a:t>
            </a:r>
            <a:r>
              <a:rPr lang="en-US" b="1" dirty="0" err="1">
                <a:solidFill>
                  <a:schemeClr val="accent1"/>
                </a:solidFill>
                <a:sym typeface="Futura"/>
              </a:rPr>
              <a:t>amet</a:t>
            </a:r>
            <a:endParaRPr lang="en-US" b="1" dirty="0">
              <a:solidFill>
                <a:schemeClr val="accent1"/>
              </a:solidFill>
              <a:sym typeface="Futura"/>
            </a:endParaRP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E9E721FD-3DC8-8BBC-60B4-B2F25C36BE96}"/>
              </a:ext>
            </a:extLst>
          </p:cNvPr>
          <p:cNvSpPr txBox="1">
            <a:spLocks/>
          </p:cNvSpPr>
          <p:nvPr/>
        </p:nvSpPr>
        <p:spPr>
          <a:xfrm>
            <a:off x="9189029" y="4805362"/>
            <a:ext cx="2630958" cy="1252538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b="1" dirty="0">
                <a:solidFill>
                  <a:schemeClr val="accent1"/>
                </a:solidFill>
                <a:sym typeface="Futura"/>
              </a:rPr>
              <a:t>Lorem ipsum dolor sit </a:t>
            </a:r>
            <a:r>
              <a:rPr lang="en-US" b="1" dirty="0" err="1">
                <a:solidFill>
                  <a:schemeClr val="accent1"/>
                </a:solidFill>
                <a:sym typeface="Futura"/>
              </a:rPr>
              <a:t>amet</a:t>
            </a:r>
            <a:endParaRPr lang="en-US" b="1" dirty="0">
              <a:solidFill>
                <a:schemeClr val="accent1"/>
              </a:solidFill>
              <a:sym typeface="Futura"/>
            </a:endParaRPr>
          </a:p>
        </p:txBody>
      </p:sp>
      <p:sp>
        <p:nvSpPr>
          <p:cNvPr id="26" name="Gleichschenkliges Dreieck 15">
            <a:extLst>
              <a:ext uri="{FF2B5EF4-FFF2-40B4-BE49-F238E27FC236}">
                <a16:creationId xmlns:a16="http://schemas.microsoft.com/office/drawing/2014/main" id="{A9A99435-8AD1-1FAC-A761-44806CB91D0F}"/>
              </a:ext>
            </a:extLst>
          </p:cNvPr>
          <p:cNvSpPr>
            <a:spLocks/>
          </p:cNvSpPr>
          <p:nvPr/>
        </p:nvSpPr>
        <p:spPr>
          <a:xfrm rot="5400000">
            <a:off x="8662295" y="2109987"/>
            <a:ext cx="276262" cy="148364"/>
          </a:xfrm>
          <a:custGeom>
            <a:avLst/>
            <a:gdLst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  <a:gd name="connsiteX3" fmla="*/ 0 w 198882"/>
              <a:gd name="connsiteY3" fmla="*/ 113994 h 113994"/>
              <a:gd name="connsiteX0" fmla="*/ 0 w 198882"/>
              <a:gd name="connsiteY0" fmla="*/ 113994 h 205434"/>
              <a:gd name="connsiteX1" fmla="*/ 99441 w 198882"/>
              <a:gd name="connsiteY1" fmla="*/ 0 h 205434"/>
              <a:gd name="connsiteX2" fmla="*/ 198882 w 198882"/>
              <a:gd name="connsiteY2" fmla="*/ 113994 h 205434"/>
              <a:gd name="connsiteX3" fmla="*/ 91440 w 198882"/>
              <a:gd name="connsiteY3" fmla="*/ 205434 h 205434"/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882" h="113994">
                <a:moveTo>
                  <a:pt x="0" y="113994"/>
                </a:moveTo>
                <a:lnTo>
                  <a:pt x="99441" y="0"/>
                </a:lnTo>
                <a:lnTo>
                  <a:pt x="198882" y="113994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Gleichschenkliges Dreieck 15">
            <a:extLst>
              <a:ext uri="{FF2B5EF4-FFF2-40B4-BE49-F238E27FC236}">
                <a16:creationId xmlns:a16="http://schemas.microsoft.com/office/drawing/2014/main" id="{C08DE9CC-717F-64DB-1C60-4B78217E5A8D}"/>
              </a:ext>
            </a:extLst>
          </p:cNvPr>
          <p:cNvSpPr>
            <a:spLocks/>
          </p:cNvSpPr>
          <p:nvPr/>
        </p:nvSpPr>
        <p:spPr>
          <a:xfrm rot="5400000">
            <a:off x="8662295" y="3733718"/>
            <a:ext cx="276262" cy="148364"/>
          </a:xfrm>
          <a:custGeom>
            <a:avLst/>
            <a:gdLst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  <a:gd name="connsiteX3" fmla="*/ 0 w 198882"/>
              <a:gd name="connsiteY3" fmla="*/ 113994 h 113994"/>
              <a:gd name="connsiteX0" fmla="*/ 0 w 198882"/>
              <a:gd name="connsiteY0" fmla="*/ 113994 h 205434"/>
              <a:gd name="connsiteX1" fmla="*/ 99441 w 198882"/>
              <a:gd name="connsiteY1" fmla="*/ 0 h 205434"/>
              <a:gd name="connsiteX2" fmla="*/ 198882 w 198882"/>
              <a:gd name="connsiteY2" fmla="*/ 113994 h 205434"/>
              <a:gd name="connsiteX3" fmla="*/ 91440 w 198882"/>
              <a:gd name="connsiteY3" fmla="*/ 205434 h 205434"/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882" h="113994">
                <a:moveTo>
                  <a:pt x="0" y="113994"/>
                </a:moveTo>
                <a:lnTo>
                  <a:pt x="99441" y="0"/>
                </a:lnTo>
                <a:lnTo>
                  <a:pt x="198882" y="113994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Gleichschenkliges Dreieck 15">
            <a:extLst>
              <a:ext uri="{FF2B5EF4-FFF2-40B4-BE49-F238E27FC236}">
                <a16:creationId xmlns:a16="http://schemas.microsoft.com/office/drawing/2014/main" id="{44377692-1D56-3111-78E5-9509B4F3D09B}"/>
              </a:ext>
            </a:extLst>
          </p:cNvPr>
          <p:cNvSpPr>
            <a:spLocks/>
          </p:cNvSpPr>
          <p:nvPr/>
        </p:nvSpPr>
        <p:spPr>
          <a:xfrm rot="5400000">
            <a:off x="8662295" y="5357449"/>
            <a:ext cx="276262" cy="148364"/>
          </a:xfrm>
          <a:custGeom>
            <a:avLst/>
            <a:gdLst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  <a:gd name="connsiteX3" fmla="*/ 0 w 198882"/>
              <a:gd name="connsiteY3" fmla="*/ 113994 h 113994"/>
              <a:gd name="connsiteX0" fmla="*/ 0 w 198882"/>
              <a:gd name="connsiteY0" fmla="*/ 113994 h 205434"/>
              <a:gd name="connsiteX1" fmla="*/ 99441 w 198882"/>
              <a:gd name="connsiteY1" fmla="*/ 0 h 205434"/>
              <a:gd name="connsiteX2" fmla="*/ 198882 w 198882"/>
              <a:gd name="connsiteY2" fmla="*/ 113994 h 205434"/>
              <a:gd name="connsiteX3" fmla="*/ 91440 w 198882"/>
              <a:gd name="connsiteY3" fmla="*/ 205434 h 205434"/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882" h="113994">
                <a:moveTo>
                  <a:pt x="0" y="113994"/>
                </a:moveTo>
                <a:lnTo>
                  <a:pt x="99441" y="0"/>
                </a:lnTo>
                <a:lnTo>
                  <a:pt x="198882" y="113994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FEEB8CD-36A6-C677-6F8F-7E25FD111E4C}"/>
              </a:ext>
            </a:extLst>
          </p:cNvPr>
          <p:cNvSpPr/>
          <p:nvPr/>
        </p:nvSpPr>
        <p:spPr>
          <a:xfrm>
            <a:off x="407988" y="6275487"/>
            <a:ext cx="3064942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Aft>
                <a:spcPts val="110"/>
              </a:spcAft>
            </a:pPr>
            <a:r>
              <a:rPr lang="en-US" sz="900" noProof="0">
                <a:solidFill>
                  <a:schemeClr val="tx2"/>
                </a:solidFill>
                <a:latin typeface="Arial" panose="020B0604020202020204" pitchFamily="34" charset="0"/>
              </a:rPr>
              <a:t>Keywords: box, consequence, consequences, result, results</a:t>
            </a:r>
            <a:endParaRPr lang="en-US" sz="900" noProof="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pic>
        <p:nvPicPr>
          <p:cNvPr id="2" name="Grafik 1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4BBE5E1E-22D4-0F4C-2856-FBCB828FA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46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Quote II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3B89D3C-EC2B-DB16-70BD-9023E1566E47}"/>
              </a:ext>
            </a:extLst>
          </p:cNvPr>
          <p:cNvSpPr/>
          <p:nvPr/>
        </p:nvSpPr>
        <p:spPr>
          <a:xfrm>
            <a:off x="407988" y="6275487"/>
            <a:ext cx="2051844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Aft>
                <a:spcPts val="110"/>
              </a:spcAft>
            </a:pPr>
            <a:r>
              <a:rPr lang="en-US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quotes, quotation, quotations</a:t>
            </a:r>
          </a:p>
        </p:txBody>
      </p:sp>
      <p:sp>
        <p:nvSpPr>
          <p:cNvPr id="2" name="Rechteck 13">
            <a:extLst>
              <a:ext uri="{FF2B5EF4-FFF2-40B4-BE49-F238E27FC236}">
                <a16:creationId xmlns:a16="http://schemas.microsoft.com/office/drawing/2014/main" id="{23F6F237-0BEF-ADEC-37E0-E35A13D85800}"/>
              </a:ext>
            </a:extLst>
          </p:cNvPr>
          <p:cNvSpPr>
            <a:spLocks/>
          </p:cNvSpPr>
          <p:nvPr/>
        </p:nvSpPr>
        <p:spPr>
          <a:xfrm>
            <a:off x="0" y="2450512"/>
            <a:ext cx="12192000" cy="166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234229FC-F741-77FE-AD32-178FB76339C8}"/>
              </a:ext>
            </a:extLst>
          </p:cNvPr>
          <p:cNvSpPr txBox="1">
            <a:spLocks/>
          </p:cNvSpPr>
          <p:nvPr/>
        </p:nvSpPr>
        <p:spPr bwMode="gray">
          <a:xfrm>
            <a:off x="1251450" y="4220271"/>
            <a:ext cx="6375940" cy="992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195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2313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consectetuer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. Aenean commo</a:t>
            </a:r>
            <a:br>
              <a:rPr lang="en-US" sz="1400" dirty="0"/>
            </a:br>
            <a:r>
              <a:rPr lang="en-US" sz="1400" dirty="0"/>
              <a:t>ligula </a:t>
            </a:r>
            <a:r>
              <a:rPr lang="en-US" sz="1400" dirty="0" err="1"/>
              <a:t>eget</a:t>
            </a:r>
            <a:r>
              <a:rPr lang="en-US" sz="1400" dirty="0"/>
              <a:t> dolor. Aenean </a:t>
            </a:r>
            <a:r>
              <a:rPr lang="en-US" sz="1400" dirty="0" err="1"/>
              <a:t>massa</a:t>
            </a:r>
            <a:r>
              <a:rPr lang="en-US" sz="1400" dirty="0"/>
              <a:t> cum sociis </a:t>
            </a:r>
            <a:r>
              <a:rPr lang="en-US" sz="1400" dirty="0" err="1"/>
              <a:t>natoque</a:t>
            </a:r>
            <a:r>
              <a:rPr lang="en-US" sz="1400" dirty="0"/>
              <a:t> </a:t>
            </a:r>
            <a:r>
              <a:rPr lang="en-US" sz="1400" dirty="0" err="1"/>
              <a:t>penatibus</a:t>
            </a:r>
            <a:r>
              <a:rPr lang="en-US" sz="1400" dirty="0"/>
              <a:t> et </a:t>
            </a:r>
            <a:r>
              <a:rPr lang="en-US" sz="1400" dirty="0" err="1"/>
              <a:t>magnis</a:t>
            </a:r>
            <a:r>
              <a:rPr lang="en-US" sz="1400" dirty="0"/>
              <a:t> parturient </a:t>
            </a:r>
            <a:r>
              <a:rPr lang="en-US" sz="1400" dirty="0" err="1"/>
              <a:t>montes</a:t>
            </a:r>
            <a:r>
              <a:rPr lang="en-US" sz="1400" dirty="0"/>
              <a:t>, </a:t>
            </a:r>
            <a:r>
              <a:rPr lang="en-US" sz="1400" dirty="0" err="1"/>
              <a:t>nascetur</a:t>
            </a:r>
            <a:r>
              <a:rPr lang="en-US" sz="1400" dirty="0"/>
              <a:t> </a:t>
            </a:r>
            <a:r>
              <a:rPr lang="en-US" sz="1400" dirty="0" err="1"/>
              <a:t>ridiculus</a:t>
            </a:r>
            <a:r>
              <a:rPr lang="en-US" sz="1400" dirty="0"/>
              <a:t> </a:t>
            </a:r>
            <a:r>
              <a:rPr lang="en-US" sz="1400" dirty="0" err="1"/>
              <a:t>mus</a:t>
            </a:r>
            <a:r>
              <a:rPr lang="en-US" sz="1400" dirty="0"/>
              <a:t> </a:t>
            </a:r>
            <a:r>
              <a:rPr lang="en-US" sz="1400" dirty="0" err="1"/>
              <a:t>donec</a:t>
            </a:r>
            <a:r>
              <a:rPr lang="en-US" sz="1400" dirty="0"/>
              <a:t> </a:t>
            </a:r>
            <a:r>
              <a:rPr lang="en-US" sz="1400" dirty="0" err="1"/>
              <a:t>quam</a:t>
            </a:r>
            <a:r>
              <a:rPr lang="en-US" sz="1400" dirty="0"/>
              <a:t>: </a:t>
            </a:r>
            <a:br>
              <a:rPr lang="en-US" dirty="0"/>
            </a:br>
            <a:r>
              <a:rPr lang="en-US" sz="1800" b="1" dirty="0"/>
              <a:t>Lorem ipsum dolor sit </a:t>
            </a:r>
            <a:r>
              <a:rPr lang="en-US" sz="1800" b="1" dirty="0" err="1"/>
              <a:t>amet</a:t>
            </a:r>
            <a:r>
              <a:rPr lang="en-US" sz="1800" b="1" dirty="0"/>
              <a:t>.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CF612B2C-0B5F-556A-89CA-88C2BC0A8F70}"/>
              </a:ext>
            </a:extLst>
          </p:cNvPr>
          <p:cNvSpPr txBox="1">
            <a:spLocks/>
          </p:cNvSpPr>
          <p:nvPr/>
        </p:nvSpPr>
        <p:spPr bwMode="gray">
          <a:xfrm>
            <a:off x="1251450" y="2728114"/>
            <a:ext cx="9715497" cy="116955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i="1" kern="1200">
                <a:solidFill>
                  <a:schemeClr val="bg1"/>
                </a:solidFill>
                <a:latin typeface="Montserrat ExtraBold" panose="00000900000000000000" pitchFamily="2" charset="0"/>
                <a:ea typeface="+mj-ea"/>
                <a:cs typeface="+mj-cs"/>
                <a:sym typeface="Futura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800" b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Lorem ipsum dolor sit amet, liro consectetuer elit. Cum eneancomm ligula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0EF0353-030D-59DC-9455-54ECD53569BA}"/>
              </a:ext>
            </a:extLst>
          </p:cNvPr>
          <p:cNvGrpSpPr/>
          <p:nvPr/>
        </p:nvGrpSpPr>
        <p:grpSpPr>
          <a:xfrm>
            <a:off x="409053" y="2402901"/>
            <a:ext cx="842398" cy="459350"/>
            <a:chOff x="5499100" y="3057832"/>
            <a:chExt cx="1361360" cy="742335"/>
          </a:xfrm>
        </p:grpSpPr>
        <p:sp>
          <p:nvSpPr>
            <p:cNvPr id="25" name="Textfeld 11">
              <a:extLst>
                <a:ext uri="{FF2B5EF4-FFF2-40B4-BE49-F238E27FC236}">
                  <a16:creationId xmlns:a16="http://schemas.microsoft.com/office/drawing/2014/main" id="{2BB152B5-3975-354F-B52C-F415F9C1EA78}"/>
                </a:ext>
              </a:extLst>
            </p:cNvPr>
            <p:cNvSpPr txBox="1">
              <a:spLocks/>
            </p:cNvSpPr>
            <p:nvPr/>
          </p:nvSpPr>
          <p:spPr>
            <a:xfrm>
              <a:off x="5499100" y="3057832"/>
              <a:ext cx="943804" cy="742335"/>
            </a:xfrm>
            <a:custGeom>
              <a:avLst/>
              <a:gdLst/>
              <a:ahLst/>
              <a:cxnLst/>
              <a:rect l="l" t="t" r="r" b="b"/>
              <a:pathLst>
                <a:path w="212113" h="166837">
                  <a:moveTo>
                    <a:pt x="197021" y="0"/>
                  </a:moveTo>
                  <a:lnTo>
                    <a:pt x="212113" y="31831"/>
                  </a:lnTo>
                  <a:cubicBezTo>
                    <a:pt x="196746" y="36953"/>
                    <a:pt x="185724" y="44088"/>
                    <a:pt x="179047" y="53234"/>
                  </a:cubicBezTo>
                  <a:cubicBezTo>
                    <a:pt x="172370" y="62381"/>
                    <a:pt x="168849" y="74546"/>
                    <a:pt x="168483" y="89730"/>
                  </a:cubicBezTo>
                  <a:lnTo>
                    <a:pt x="205802" y="89730"/>
                  </a:lnTo>
                  <a:lnTo>
                    <a:pt x="205802" y="166837"/>
                  </a:lnTo>
                  <a:lnTo>
                    <a:pt x="128695" y="166837"/>
                  </a:lnTo>
                  <a:lnTo>
                    <a:pt x="128695" y="111682"/>
                  </a:lnTo>
                  <a:cubicBezTo>
                    <a:pt x="128695" y="89181"/>
                    <a:pt x="130661" y="71528"/>
                    <a:pt x="134594" y="58722"/>
                  </a:cubicBezTo>
                  <a:cubicBezTo>
                    <a:pt x="138527" y="45917"/>
                    <a:pt x="145845" y="34392"/>
                    <a:pt x="156546" y="24148"/>
                  </a:cubicBezTo>
                  <a:cubicBezTo>
                    <a:pt x="167248" y="13903"/>
                    <a:pt x="180740" y="5854"/>
                    <a:pt x="197021" y="0"/>
                  </a:cubicBezTo>
                  <a:close/>
                  <a:moveTo>
                    <a:pt x="68326" y="0"/>
                  </a:moveTo>
                  <a:lnTo>
                    <a:pt x="83418" y="31831"/>
                  </a:lnTo>
                  <a:cubicBezTo>
                    <a:pt x="68052" y="36953"/>
                    <a:pt x="57030" y="44088"/>
                    <a:pt x="50353" y="53234"/>
                  </a:cubicBezTo>
                  <a:cubicBezTo>
                    <a:pt x="43676" y="62381"/>
                    <a:pt x="40154" y="74546"/>
                    <a:pt x="39788" y="89730"/>
                  </a:cubicBezTo>
                  <a:lnTo>
                    <a:pt x="77107" y="89730"/>
                  </a:lnTo>
                  <a:lnTo>
                    <a:pt x="77107" y="166837"/>
                  </a:lnTo>
                  <a:lnTo>
                    <a:pt x="0" y="166837"/>
                  </a:lnTo>
                  <a:lnTo>
                    <a:pt x="0" y="111682"/>
                  </a:lnTo>
                  <a:cubicBezTo>
                    <a:pt x="0" y="89364"/>
                    <a:pt x="1967" y="71756"/>
                    <a:pt x="5900" y="58860"/>
                  </a:cubicBezTo>
                  <a:cubicBezTo>
                    <a:pt x="9833" y="45963"/>
                    <a:pt x="17105" y="34392"/>
                    <a:pt x="27715" y="24148"/>
                  </a:cubicBezTo>
                  <a:cubicBezTo>
                    <a:pt x="38325" y="13903"/>
                    <a:pt x="51862" y="5854"/>
                    <a:pt x="68326" y="0"/>
                  </a:cubicBezTo>
                  <a:close/>
                </a:path>
              </a:pathLst>
            </a:custGeom>
            <a:noFill/>
            <a:ln w="6350">
              <a:solidFill>
                <a:schemeClr val="bg1"/>
              </a:solidFill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4400" b="1"/>
            </a:p>
          </p:txBody>
        </p:sp>
        <p:sp>
          <p:nvSpPr>
            <p:cNvPr id="26" name="Textfeld 10">
              <a:extLst>
                <a:ext uri="{FF2B5EF4-FFF2-40B4-BE49-F238E27FC236}">
                  <a16:creationId xmlns:a16="http://schemas.microsoft.com/office/drawing/2014/main" id="{AE8C85A8-98CF-0345-8BF0-53F14027461C}"/>
                </a:ext>
              </a:extLst>
            </p:cNvPr>
            <p:cNvSpPr txBox="1">
              <a:spLocks/>
            </p:cNvSpPr>
            <p:nvPr/>
          </p:nvSpPr>
          <p:spPr>
            <a:xfrm>
              <a:off x="6379403" y="3285242"/>
              <a:ext cx="481057" cy="378370"/>
            </a:xfrm>
            <a:custGeom>
              <a:avLst/>
              <a:gdLst/>
              <a:ahLst/>
              <a:cxnLst/>
              <a:rect l="l" t="t" r="r" b="b"/>
              <a:pathLst>
                <a:path w="212113" h="166837">
                  <a:moveTo>
                    <a:pt x="197021" y="0"/>
                  </a:moveTo>
                  <a:lnTo>
                    <a:pt x="212113" y="31831"/>
                  </a:lnTo>
                  <a:cubicBezTo>
                    <a:pt x="196746" y="36953"/>
                    <a:pt x="185724" y="44088"/>
                    <a:pt x="179047" y="53234"/>
                  </a:cubicBezTo>
                  <a:cubicBezTo>
                    <a:pt x="172370" y="62381"/>
                    <a:pt x="168849" y="74546"/>
                    <a:pt x="168483" y="89730"/>
                  </a:cubicBezTo>
                  <a:lnTo>
                    <a:pt x="205802" y="89730"/>
                  </a:lnTo>
                  <a:lnTo>
                    <a:pt x="205802" y="166837"/>
                  </a:lnTo>
                  <a:lnTo>
                    <a:pt x="128695" y="166837"/>
                  </a:lnTo>
                  <a:lnTo>
                    <a:pt x="128695" y="111682"/>
                  </a:lnTo>
                  <a:cubicBezTo>
                    <a:pt x="128695" y="89181"/>
                    <a:pt x="130661" y="71528"/>
                    <a:pt x="134594" y="58722"/>
                  </a:cubicBezTo>
                  <a:cubicBezTo>
                    <a:pt x="138527" y="45917"/>
                    <a:pt x="145845" y="34392"/>
                    <a:pt x="156546" y="24148"/>
                  </a:cubicBezTo>
                  <a:cubicBezTo>
                    <a:pt x="167248" y="13903"/>
                    <a:pt x="180740" y="5854"/>
                    <a:pt x="197021" y="0"/>
                  </a:cubicBezTo>
                  <a:close/>
                  <a:moveTo>
                    <a:pt x="68326" y="0"/>
                  </a:moveTo>
                  <a:lnTo>
                    <a:pt x="83418" y="31831"/>
                  </a:lnTo>
                  <a:cubicBezTo>
                    <a:pt x="68052" y="36953"/>
                    <a:pt x="57030" y="44088"/>
                    <a:pt x="50353" y="53234"/>
                  </a:cubicBezTo>
                  <a:cubicBezTo>
                    <a:pt x="43676" y="62381"/>
                    <a:pt x="40154" y="74546"/>
                    <a:pt x="39788" y="89730"/>
                  </a:cubicBezTo>
                  <a:lnTo>
                    <a:pt x="77107" y="89730"/>
                  </a:lnTo>
                  <a:lnTo>
                    <a:pt x="77107" y="166837"/>
                  </a:lnTo>
                  <a:lnTo>
                    <a:pt x="0" y="166837"/>
                  </a:lnTo>
                  <a:lnTo>
                    <a:pt x="0" y="111682"/>
                  </a:lnTo>
                  <a:cubicBezTo>
                    <a:pt x="0" y="89364"/>
                    <a:pt x="1967" y="71756"/>
                    <a:pt x="5900" y="58860"/>
                  </a:cubicBezTo>
                  <a:cubicBezTo>
                    <a:pt x="9833" y="45963"/>
                    <a:pt x="17105" y="34392"/>
                    <a:pt x="27715" y="24148"/>
                  </a:cubicBezTo>
                  <a:cubicBezTo>
                    <a:pt x="38325" y="13903"/>
                    <a:pt x="51862" y="5854"/>
                    <a:pt x="68326" y="0"/>
                  </a:cubicBezTo>
                  <a:close/>
                </a:path>
              </a:pathLst>
            </a:custGeom>
            <a:solidFill>
              <a:schemeClr val="accent1"/>
            </a:solidFill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4400" b="1"/>
            </a:p>
          </p:txBody>
        </p:sp>
      </p:grpSp>
      <p:sp>
        <p:nvSpPr>
          <p:cNvPr id="29" name="Textfeld 11">
            <a:extLst>
              <a:ext uri="{FF2B5EF4-FFF2-40B4-BE49-F238E27FC236}">
                <a16:creationId xmlns:a16="http://schemas.microsoft.com/office/drawing/2014/main" id="{BE72FCFA-9789-0B61-1471-21965F7BDC26}"/>
              </a:ext>
            </a:extLst>
          </p:cNvPr>
          <p:cNvSpPr txBox="1">
            <a:spLocks/>
          </p:cNvSpPr>
          <p:nvPr/>
        </p:nvSpPr>
        <p:spPr>
          <a:xfrm flipH="1" flipV="1">
            <a:off x="11231182" y="3701973"/>
            <a:ext cx="584018" cy="459350"/>
          </a:xfrm>
          <a:custGeom>
            <a:avLst/>
            <a:gdLst/>
            <a:ahLst/>
            <a:cxnLst/>
            <a:rect l="l" t="t" r="r" b="b"/>
            <a:pathLst>
              <a:path w="212113" h="166837">
                <a:moveTo>
                  <a:pt x="197021" y="0"/>
                </a:moveTo>
                <a:lnTo>
                  <a:pt x="212113" y="31831"/>
                </a:lnTo>
                <a:cubicBezTo>
                  <a:pt x="196746" y="36953"/>
                  <a:pt x="185724" y="44088"/>
                  <a:pt x="179047" y="53234"/>
                </a:cubicBezTo>
                <a:cubicBezTo>
                  <a:pt x="172370" y="62381"/>
                  <a:pt x="168849" y="74546"/>
                  <a:pt x="168483" y="89730"/>
                </a:cubicBezTo>
                <a:lnTo>
                  <a:pt x="205802" y="89730"/>
                </a:lnTo>
                <a:lnTo>
                  <a:pt x="205802" y="166837"/>
                </a:lnTo>
                <a:lnTo>
                  <a:pt x="128695" y="166837"/>
                </a:lnTo>
                <a:lnTo>
                  <a:pt x="128695" y="111682"/>
                </a:lnTo>
                <a:cubicBezTo>
                  <a:pt x="128695" y="89181"/>
                  <a:pt x="130661" y="71528"/>
                  <a:pt x="134594" y="58722"/>
                </a:cubicBezTo>
                <a:cubicBezTo>
                  <a:pt x="138527" y="45917"/>
                  <a:pt x="145845" y="34392"/>
                  <a:pt x="156546" y="24148"/>
                </a:cubicBezTo>
                <a:cubicBezTo>
                  <a:pt x="167248" y="13903"/>
                  <a:pt x="180740" y="5854"/>
                  <a:pt x="197021" y="0"/>
                </a:cubicBezTo>
                <a:close/>
                <a:moveTo>
                  <a:pt x="68326" y="0"/>
                </a:moveTo>
                <a:lnTo>
                  <a:pt x="83418" y="31831"/>
                </a:lnTo>
                <a:cubicBezTo>
                  <a:pt x="68052" y="36953"/>
                  <a:pt x="57030" y="44088"/>
                  <a:pt x="50353" y="53234"/>
                </a:cubicBezTo>
                <a:cubicBezTo>
                  <a:pt x="43676" y="62381"/>
                  <a:pt x="40154" y="74546"/>
                  <a:pt x="39788" y="89730"/>
                </a:cubicBezTo>
                <a:lnTo>
                  <a:pt x="77107" y="89730"/>
                </a:lnTo>
                <a:lnTo>
                  <a:pt x="77107" y="166837"/>
                </a:lnTo>
                <a:lnTo>
                  <a:pt x="0" y="166837"/>
                </a:lnTo>
                <a:lnTo>
                  <a:pt x="0" y="111682"/>
                </a:lnTo>
                <a:cubicBezTo>
                  <a:pt x="0" y="89364"/>
                  <a:pt x="1967" y="71756"/>
                  <a:pt x="5900" y="58860"/>
                </a:cubicBezTo>
                <a:cubicBezTo>
                  <a:pt x="9833" y="45963"/>
                  <a:pt x="17105" y="34392"/>
                  <a:pt x="27715" y="24148"/>
                </a:cubicBezTo>
                <a:cubicBezTo>
                  <a:pt x="38325" y="13903"/>
                  <a:pt x="51862" y="5854"/>
                  <a:pt x="68326" y="0"/>
                </a:cubicBezTo>
                <a:close/>
              </a:path>
            </a:pathLst>
          </a:custGeom>
          <a:noFill/>
          <a:ln w="6350">
            <a:solidFill>
              <a:schemeClr val="bg1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4400" b="1"/>
          </a:p>
        </p:txBody>
      </p:sp>
      <p:sp>
        <p:nvSpPr>
          <p:cNvPr id="7" name="Textfeld 10">
            <a:extLst>
              <a:ext uri="{FF2B5EF4-FFF2-40B4-BE49-F238E27FC236}">
                <a16:creationId xmlns:a16="http://schemas.microsoft.com/office/drawing/2014/main" id="{3C1D5CF3-C84A-5A42-004A-C7F8936F1A73}"/>
              </a:ext>
            </a:extLst>
          </p:cNvPr>
          <p:cNvSpPr txBox="1">
            <a:spLocks/>
          </p:cNvSpPr>
          <p:nvPr/>
        </p:nvSpPr>
        <p:spPr>
          <a:xfrm rot="10800000">
            <a:off x="10972805" y="3793536"/>
            <a:ext cx="297674" cy="234132"/>
          </a:xfrm>
          <a:custGeom>
            <a:avLst/>
            <a:gdLst/>
            <a:ahLst/>
            <a:cxnLst/>
            <a:rect l="l" t="t" r="r" b="b"/>
            <a:pathLst>
              <a:path w="212113" h="166837">
                <a:moveTo>
                  <a:pt x="197021" y="0"/>
                </a:moveTo>
                <a:lnTo>
                  <a:pt x="212113" y="31831"/>
                </a:lnTo>
                <a:cubicBezTo>
                  <a:pt x="196746" y="36953"/>
                  <a:pt x="185724" y="44088"/>
                  <a:pt x="179047" y="53234"/>
                </a:cubicBezTo>
                <a:cubicBezTo>
                  <a:pt x="172370" y="62381"/>
                  <a:pt x="168849" y="74546"/>
                  <a:pt x="168483" y="89730"/>
                </a:cubicBezTo>
                <a:lnTo>
                  <a:pt x="205802" y="89730"/>
                </a:lnTo>
                <a:lnTo>
                  <a:pt x="205802" y="166837"/>
                </a:lnTo>
                <a:lnTo>
                  <a:pt x="128695" y="166837"/>
                </a:lnTo>
                <a:lnTo>
                  <a:pt x="128695" y="111682"/>
                </a:lnTo>
                <a:cubicBezTo>
                  <a:pt x="128695" y="89181"/>
                  <a:pt x="130661" y="71528"/>
                  <a:pt x="134594" y="58722"/>
                </a:cubicBezTo>
                <a:cubicBezTo>
                  <a:pt x="138527" y="45917"/>
                  <a:pt x="145845" y="34392"/>
                  <a:pt x="156546" y="24148"/>
                </a:cubicBezTo>
                <a:cubicBezTo>
                  <a:pt x="167248" y="13903"/>
                  <a:pt x="180740" y="5854"/>
                  <a:pt x="197021" y="0"/>
                </a:cubicBezTo>
                <a:close/>
                <a:moveTo>
                  <a:pt x="68326" y="0"/>
                </a:moveTo>
                <a:lnTo>
                  <a:pt x="83418" y="31831"/>
                </a:lnTo>
                <a:cubicBezTo>
                  <a:pt x="68052" y="36953"/>
                  <a:pt x="57030" y="44088"/>
                  <a:pt x="50353" y="53234"/>
                </a:cubicBezTo>
                <a:cubicBezTo>
                  <a:pt x="43676" y="62381"/>
                  <a:pt x="40154" y="74546"/>
                  <a:pt x="39788" y="89730"/>
                </a:cubicBezTo>
                <a:lnTo>
                  <a:pt x="77107" y="89730"/>
                </a:lnTo>
                <a:lnTo>
                  <a:pt x="77107" y="166837"/>
                </a:lnTo>
                <a:lnTo>
                  <a:pt x="0" y="166837"/>
                </a:lnTo>
                <a:lnTo>
                  <a:pt x="0" y="111682"/>
                </a:lnTo>
                <a:cubicBezTo>
                  <a:pt x="0" y="89364"/>
                  <a:pt x="1967" y="71756"/>
                  <a:pt x="5900" y="58860"/>
                </a:cubicBezTo>
                <a:cubicBezTo>
                  <a:pt x="9833" y="45963"/>
                  <a:pt x="17105" y="34392"/>
                  <a:pt x="27715" y="24148"/>
                </a:cubicBezTo>
                <a:cubicBezTo>
                  <a:pt x="38325" y="13903"/>
                  <a:pt x="51862" y="5854"/>
                  <a:pt x="68326" y="0"/>
                </a:cubicBezTo>
                <a:close/>
              </a:path>
            </a:pathLst>
          </a:custGeom>
          <a:solidFill>
            <a:schemeClr val="accent1"/>
          </a:solidFill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4400" b="1"/>
          </a:p>
        </p:txBody>
      </p:sp>
      <p:pic>
        <p:nvPicPr>
          <p:cNvPr id="3" name="Grafik 2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6FD3A830-4CFB-3697-FC56-9DC46A811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5423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K/m7vbT35PmbL+nB7I81Q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K/m7vbT35PmbL+nB7I81QDRGF0YQAWAAAAAlBlcnNvbmFsSWQAAQAAAAAAAk5hbWUACwAAAFBlcnNvbmFsSWQAEFZlcnNpb24AAAAAAAlMYXN0V3JpdGUAa9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459136"/>
  <p:tag name="EMPOWERCHARTSPROPERTIES_A_LENGTH" val="24576"/>
  <p:tag name="RUNTIME_ID" val="a886bc6a-a9bd-41da-95fb-00eef078435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sZZMG1UEjrpLprLkKmM8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aCipWncelsV4wtyL8AJ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ofVvzu7st_NA2hGnlNj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EzSlG4hldndqxr9cKvm7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t7z1gxC2Y0uf0zIShMQ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MlyW_LAnZuM5dEKOfY9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2ypqjYytie66yu3XiLt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l6wQfy1tZ0qWIzeTVdDa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HNNGH1qjzZGqO7e05jG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.TmorIpXLWZv2mOzWGc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h_lEQ2Dc1dNA93zsPhF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or8O7pPwWwXILM1Q0Gz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n_UjKIy.43VcrBDeFfS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5xLwAfiDFmN0KAuss.AM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cCMESKDXbomx_m0L5oZ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02SAMahNFHux9fJlDLV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pEKX.Q7DcTM24Cb4DUp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C_DxcveIkVT_kvX6m.v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WBk_TbU06AyXuwYyhYA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ZLXHTqQMmWKCTep0ki4p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cvSrrdtIpAzpQr3IdbQe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L8CMoPpC7Lgh.YeLuWA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ff_Vq2H0bkn0nT4guij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tznY6gp6dfxK31vu5mt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_gDVEvZ.nA.Lj0ByLTCD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1sN8G6iuxc4TbqHx4ATW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KtH4LNECgTshbXz4uIy6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t9HKu7rMUDzweXwuJ4O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NVuNHTyEtjjrDPhFngyw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Cf_CksGABJfqgtdvwjH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L_uP3iBTHO2.KxLhgHuK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uqVB0tskm8rlaZsoVlYV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vEc_2nu95rt1TAJBGbx4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JC7Hd4BOsRSVsJwAkth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e4F7bFid0JbKn1yHC_.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ME7bOJ9cumJXCUqlAXQH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9tDwPrFPqmLMYh1L2Wi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kFXMKDVns8Lihkr6u1yb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IzeP6rc8PW4zu39uQ4b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N3Nm_po.YQzeO7qafxd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sP9yKtAsKGv99dXYHzwS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DBFvMiQYmVegAl7hIJR9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Bi0lBC1rFRPOAtwZtxHV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QY26yCcToHc_9006PgbN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z7JBibWt3PoPhjyUoz3y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S5ebqB.Eu0yJFmC.Skl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MKe1dVxRbscih61er6me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21nqe9xkHbWrKTjNjLpf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wtTd9dVwHD0PzMBucc0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G28zPT2gIIUO2prarsSm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neQKTqCCct1QJvRwG5V3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hd1Pa6ChXOloj_.aV2K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qilmcQgB10_yUCN7uaJv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1ipgwxYobBeba80.q9Sx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V1.PFAL.eAZisxxy9FY3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Gqn5OrVXyngaShzIIU9s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RhEQWgxAEAS7gJQ9FQzI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Fn9n.lGNhT.1vblGWUV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_jWlfneoY9mTM29hgBnI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GVPt6ITBD2b5aOOWYEFH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dgzzChclyxcPCGO1uwX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heme/theme1.xml><?xml version="1.0" encoding="utf-8"?>
<a:theme xmlns:a="http://schemas.openxmlformats.org/drawingml/2006/main" name="1_PF">
  <a:themeElements>
    <a:clrScheme name="Benutzerdefiniert 6">
      <a:dk1>
        <a:sysClr val="windowText" lastClr="000000"/>
      </a:dk1>
      <a:lt1>
        <a:sysClr val="window" lastClr="FFFFFF"/>
      </a:lt1>
      <a:dk2>
        <a:srgbClr val="009AC6"/>
      </a:dk2>
      <a:lt2>
        <a:srgbClr val="EEECE1"/>
      </a:lt2>
      <a:accent1>
        <a:srgbClr val="009AC6"/>
      </a:accent1>
      <a:accent2>
        <a:srgbClr val="1B4171"/>
      </a:accent2>
      <a:accent3>
        <a:srgbClr val="22CDFD"/>
      </a:accent3>
      <a:accent4>
        <a:srgbClr val="007394"/>
      </a:accent4>
      <a:accent5>
        <a:srgbClr val="4B88D4"/>
      </a:accent5>
      <a:accent6>
        <a:srgbClr val="B8B8B8"/>
      </a:accent6>
      <a:hlink>
        <a:srgbClr val="0000FF"/>
      </a:hlink>
      <a:folHlink>
        <a:srgbClr val="00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1574</Words>
  <Application>Microsoft Macintosh PowerPoint</Application>
  <PresentationFormat>Breitbild</PresentationFormat>
  <Paragraphs>309</Paragraphs>
  <Slides>15</Slides>
  <Notes>14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13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30" baseType="lpstr">
      <vt:lpstr>Arial Unicode MS</vt:lpstr>
      <vt:lpstr>Aptos</vt:lpstr>
      <vt:lpstr>Arial</vt:lpstr>
      <vt:lpstr>Calibri</vt:lpstr>
      <vt:lpstr>Chronicle Display Roman</vt:lpstr>
      <vt:lpstr>Courier New</vt:lpstr>
      <vt:lpstr>Futura</vt:lpstr>
      <vt:lpstr>Helvetica</vt:lpstr>
      <vt:lpstr>Lato Light</vt:lpstr>
      <vt:lpstr>Open Sans</vt:lpstr>
      <vt:lpstr>Poppins</vt:lpstr>
      <vt:lpstr>Verdana</vt:lpstr>
      <vt:lpstr>Wingdings</vt:lpstr>
      <vt:lpstr>1_PF</vt:lpstr>
      <vt:lpstr>think-cell Folie</vt:lpstr>
      <vt:lpstr>Introduction to AI in Finance: Early-Warning Machine Learning for Corporate Financial Distress Prediction</vt:lpstr>
      <vt:lpstr>Agenda I</vt:lpstr>
      <vt:lpstr>Dashboard</vt:lpstr>
      <vt:lpstr>Traffic light dashboard</vt:lpstr>
      <vt:lpstr>Management summary</vt:lpstr>
      <vt:lpstr>Innovative power</vt:lpstr>
      <vt:lpstr>Stats dashboard</vt:lpstr>
      <vt:lpstr>Funnel II</vt:lpstr>
      <vt:lpstr>Funnel, horizontal II</vt:lpstr>
      <vt:lpstr>Organigram, clustered I</vt:lpstr>
      <vt:lpstr>Aspect matrix</vt:lpstr>
      <vt:lpstr>Honeycomb</vt:lpstr>
      <vt:lpstr>Infographic process I</vt:lpstr>
      <vt:lpstr>Cause and effect VI</vt:lpstr>
      <vt:lpstr>Quote 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Diskussion: Betting Against Beta - 3 Time-varying Risk</dc:title>
  <dc:creator>Samuel Moreno Garcia</dc:creator>
  <cp:lastModifiedBy>Marcus Möller</cp:lastModifiedBy>
  <cp:revision>364</cp:revision>
  <dcterms:created xsi:type="dcterms:W3CDTF">2025-10-10T18:48:39Z</dcterms:created>
  <dcterms:modified xsi:type="dcterms:W3CDTF">2026-01-26T19:24:50Z</dcterms:modified>
</cp:coreProperties>
</file>